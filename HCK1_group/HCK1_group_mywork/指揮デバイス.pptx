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6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Slides/notesSlide20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21.xml" ContentType="application/vnd.openxmlformats-officedocument.presentationml.notesSlide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notesSlides/notesSlide24.xml" ContentType="application/vnd.openxmlformats-officedocument.presentationml.notesSlide+xml"/>
  <Override PartName="/ppt/ink/ink48.xml" ContentType="application/inkml+xml"/>
  <Override PartName="/ppt/ink/ink49.xml" ContentType="application/inkml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80" r:id="rId3"/>
    <p:sldId id="283" r:id="rId4"/>
    <p:sldId id="284" r:id="rId5"/>
    <p:sldId id="257" r:id="rId6"/>
    <p:sldId id="258" r:id="rId7"/>
    <p:sldId id="273" r:id="rId8"/>
    <p:sldId id="265" r:id="rId9"/>
    <p:sldId id="285" r:id="rId10"/>
    <p:sldId id="272" r:id="rId11"/>
    <p:sldId id="274" r:id="rId12"/>
    <p:sldId id="275" r:id="rId13"/>
    <p:sldId id="277" r:id="rId14"/>
    <p:sldId id="269" r:id="rId15"/>
    <p:sldId id="282" r:id="rId16"/>
    <p:sldId id="270" r:id="rId17"/>
    <p:sldId id="281" r:id="rId18"/>
    <p:sldId id="271" r:id="rId19"/>
    <p:sldId id="259" r:id="rId20"/>
    <p:sldId id="260" r:id="rId21"/>
    <p:sldId id="279" r:id="rId22"/>
    <p:sldId id="266" r:id="rId23"/>
    <p:sldId id="263" r:id="rId24"/>
    <p:sldId id="261" r:id="rId25"/>
    <p:sldId id="267" r:id="rId26"/>
    <p:sldId id="262" r:id="rId27"/>
    <p:sldId id="278" r:id="rId28"/>
    <p:sldId id="268" r:id="rId2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D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459"/>
    <p:restoredTop sz="94715"/>
  </p:normalViewPr>
  <p:slideViewPr>
    <p:cSldViewPr snapToGrid="0">
      <p:cViewPr>
        <p:scale>
          <a:sx n="66" d="100"/>
          <a:sy n="66" d="100"/>
        </p:scale>
        <p:origin x="224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18:26:43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24575,'0'22'0,"0"-2"0,0 49 0,0-27 0,0 3 0,0 7 0,0 4 0,0 11 0,0 2 0,0-6 0,0-2 0,0-2 0,0 0 0,0-3 0,0-2 0,0 17 0,0-12 0,0-16 0,0-8 0,0 3 0,0 1 0,0 2 0,0 4 0,0 7 0,0-2 0,0 5 0,0 2 0,0 9 0,0 9 0,0 1 0,0-2 0,0-2 0,0 2 0,0-1 0,0-5 0,0-13 0,0-15 0,0-9 0,0-8 0,0-1 0,0 2 0,0 0 0,0 1 0,0 2 0,0 1 0,0-1 0,0-1 0,0-3 0,0 3 0,0-1 0,0-2 0,0-4 0,0-6 0,0-2 0,0 0 0,0 10 0,0 10 0,0 3 0,-1 1 0,-1-13 0,0-4 0,0 0 0,-1-3 0,-7-6 0,-9-7 0,6-4 0,-1-1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18:26:43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1095 24575,'23'0'0,"7"0"0,8-1 0,6-4 0,4-5 0,-8-3 0,1-3 0,29-9-4252,-21 4 1,2 0 4251,-7 1 0,1 1 824,13-7 0,4-2-824,6-4 0,3 0 0,-17 7 0,3 1 0,0-1 0,1 0 0,1 0 0,-1 0 0,-3 2 0,-1 0 0,0 0 0,24-9 0,-1 2 0,-8 3 0,-3 2 0,-5 2 0,-3 1 0,-6 4 0,-1 1 0,-7 2 0,-3 1 0,16-5 0,-15 7 0,-16 3 6749,-6 1-6749,1 0 106,-1 0-106,2 0 0,-3 0 0,2 0 0,0 0 0,2 0 0,8-2 0,13-4 0,13-5 0,10-4 0,1-2 0,-3 5 0,-6 3 0,-1 2 0,-3-1 0,-2 2 0,-11 2 0,-10 3 0,-11 2 0,-7 1 0,3 0 0,0 1 0,1 0 0,-1-1 0,-1 0 0,-1 2 0,0-1 0,0 1 0,1 0 0,3 0 0,2 0 0,0 0 0,-1 1 0,-2 0 0,1 0 0,-2-1 0,-1 2 0,-3 1 0,-3 0 0,-8 1 0,0 0 0,-4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18:26:43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24575,'0'18'0,"0"-2"0,0 42 0,0-23 0,0 3 0,0 5 0,0 4 0,0 9 0,0 1 0,0-5 0,0 0 0,0-3 0,0 0 0,0-2 0,0-2 0,0 14 0,0-10 0,0-13 0,0-7 0,0 3 0,0 0 0,0 3 0,0 2 0,0 6 0,0-1 0,0 4 0,0 2 0,0 6 0,0 9 0,0 0 0,0-1 0,0-2 0,0 1 0,0 1 0,0-6 0,0-10 0,0-12 0,0-8 0,0-7 0,0-1 0,0 2 0,0 0 0,0 1 0,0 1 0,0 2 0,0-2 0,0 0 0,0-3 0,0 3 0,0-2 0,0 0 0,0-5 0,0-4 0,0-1 0,0-1 0,0 8 0,0 9 0,0 3 0,-1-1 0,-1-9 0,1-4 0,-1 0 0,0-3 0,-7-4 0,-6-6 0,4-4 0,-1-1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18:26:43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0 913 24575,'19'0'0,"6"0"0,7-1 0,5-3 0,3-4 0,-7-3 0,1-2 0,24-9-4252,-17 5 1,2-1 4251,-7 2 0,2 0 824,11-6 0,2-1-824,6-3 0,2-2 0,-14 8 0,2 0 0,1-1 0,0 0 0,1 0 0,0 1 0,-3 0 0,-1 1 0,0 0 0,20-8 0,-1 2 0,-7 3 0,-1 0 0,-6 3 0,-1 1 0,-6 3 0,-1 1 0,-5 2 0,-3 0 0,14-4 0,-13 6 0,-13 2 6749,-6 2-6749,2-1 106,-2 1-106,2-1 0,-1 0 0,0 1 0,1-1 0,1 0 0,7-1 0,11-3 0,10-5 0,9-4 0,1 0 0,-4 3 0,-3 3 0,-2 1 0,-2 0 0,-2 1 0,-9 2 0,-9 2 0,-8 2 0,-6 2 0,2-1 0,1 0 0,-1 1 0,1-1 0,-2 1 0,-1 0 0,1 0 0,-1 1 0,2-1 0,2 1 0,1-1 0,0 1 0,0 0 0,-1 1 0,-1-1 0,0 0 0,-2 2 0,-2-1 0,-3 2 0,-7 0 0,1 0 0,-4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18:26:43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24575,'0'18'0,"0"-2"0,0 42 0,0-23 0,0 3 0,0 5 0,0 4 0,0 9 0,0 1 0,0-5 0,0 0 0,0-3 0,0 0 0,0-2 0,0-2 0,0 14 0,0-10 0,0-13 0,0-7 0,0 3 0,0 0 0,0 3 0,0 2 0,0 6 0,0-1 0,0 4 0,0 2 0,0 6 0,0 9 0,0 0 0,0-1 0,0-2 0,0 1 0,0 1 0,0-6 0,0-10 0,0-12 0,0-8 0,0-7 0,0-1 0,0 2 0,0 0 0,0 1 0,0 1 0,0 2 0,0-2 0,0 0 0,0-3 0,0 3 0,0-2 0,0 0 0,0-5 0,0-4 0,0-1 0,0-1 0,0 8 0,0 9 0,0 3 0,-1-1 0,-1-9 0,1-4 0,-1 0 0,0-3 0,-7-4 0,-6-6 0,4-4 0,-1-1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18:26:43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0 913 24575,'19'0'0,"6"0"0,7-1 0,5-3 0,3-4 0,-7-3 0,1-2 0,24-9-4252,-17 5 1,2-1 4251,-7 2 0,2 0 824,11-6 0,2-1-824,6-3 0,2-2 0,-14 8 0,2 0 0,1-1 0,0 0 0,1 0 0,0 1 0,-3 0 0,-1 1 0,0 0 0,20-8 0,-1 2 0,-7 3 0,-1 0 0,-6 3 0,-1 1 0,-6 3 0,-1 1 0,-5 2 0,-3 0 0,14-4 0,-13 6 0,-13 2 6749,-6 2-6749,2-1 106,-2 1-106,2-1 0,-1 0 0,0 1 0,1-1 0,1 0 0,7-1 0,11-3 0,10-5 0,9-4 0,1 0 0,-4 3 0,-3 3 0,-2 1 0,-2 0 0,-2 1 0,-9 2 0,-9 2 0,-8 2 0,-6 2 0,2-1 0,1 0 0,-1 1 0,1-1 0,-2 1 0,-1 0 0,1 0 0,-1 1 0,2-1 0,2 1 0,1-1 0,0 1 0,0 0 0,-1 1 0,-1-1 0,0 0 0,-2 2 0,-2-1 0,-3 2 0,-7 0 0,1 0 0,-4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08:34:20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24575,'0'26'0,"0"-2"0,0 59 0,0-32 0,0 2 0,0 10 0,0 4 0,0 14 0,0 2 0,0-8 0,0-2 0,0-2 0,0 0 0,0-3 0,0-4 0,0 22 0,0-16 0,0-19 0,0-8 0,0 2 0,0 1 0,0 4 0,0 4 0,0 8 0,0-1 0,0 4 0,0 4 0,0 10 0,0 11 0,0 1 0,0-3 0,0-1 0,0 2 0,0-1 0,0-7 0,0-14 0,0-19 0,0-11 0,0-10 0,0 0 0,0 1 0,0 1 0,0 1 0,0 2 0,0 2 0,0-1 0,0-2 0,0-3 0,0 3 0,0-2 0,0-1 0,0-6 0,0-6 0,0-2 0,0-1 0,0 12 0,0 12 0,0 5 0,-2-2 0,-1-12 0,1-7 0,0 1 0,-1-4 0,-10-7 0,-10-9 0,8-4 0,-2-2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7T08:34:23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1314 24575,'28'0'0,"7"0"0,11-1 0,8-5 0,3-6 0,-10-4 0,3-3 0,33-11-4252,-24 5 1,2-1 4251,-8 3 0,1-1 824,16-7 0,4-2-824,8-5 0,3-1 0,-19 10 0,1-1 0,2 1 0,0-1 0,2 0 0,-1 0 0,-4 2 0,-1 0 0,0 1 0,28-12 0,-1 3 0,-9 4 0,-3 1 0,-8 4 0,-2 1 0,-7 4 0,-3 1 0,-7 4 0,-4 0 0,20-5 0,-19 7 0,-18 4 6749,-9 1-6749,3 1 106,-2-1-106,2 1 0,-3-1 0,2 0 0,1 1 0,1-1 0,11-1 0,14-6 0,17-6 0,11-5 0,2-2 0,-5 6 0,-6 4 0,-1 1 0,-4 1 0,-3 0 0,-12 4 0,-13 3 0,-13 2 0,-7 3 0,1-1 0,2 0 0,0 1 0,0-1 0,-2 1 0,-1 1 0,0-2 0,0 3 0,2-1 0,2 0 0,3 0 0,0 1 0,-1-1 0,-1 2 0,-1-1 0,-1 0 0,-2 1 0,-4 2 0,-3 1 0,-10 0 0,1 0 0,-6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1:21:54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1 24575,'0'26'0,"0"-2"0,0 59 0,0-32 0,0 2 0,0 10 0,0 4 0,0 14 0,0 2 0,0-8 0,0-2 0,0-2 0,0 0 0,0-3 0,0-4 0,0 22 0,0-16 0,0-19 0,0-8 0,0 2 0,0 1 0,0 4 0,0 4 0,0 8 0,0-1 0,0 4 0,0 4 0,0 10 0,0 11 0,0 1 0,0-3 0,0-1 0,0 2 0,0-1 0,0-7 0,0-14 0,0-19 0,0-11 0,0-10 0,0 0 0,0 1 0,0 1 0,0 1 0,0 2 0,0 2 0,0-1 0,0-2 0,0-3 0,0 3 0,0-2 0,0-1 0,0-6 0,0-6 0,0-2 0,0-1 0,0 12 0,0 12 0,0 5 0,-2-2 0,-1-12 0,1-7 0,0 1 0,-1-4 0,-10-7 0,-10-9 0,8-4 0,-2-2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1:21:54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1314 24575,'28'0'0,"7"0"0,11-1 0,8-5 0,3-6 0,-10-4 0,3-3 0,33-11-4252,-24 5 1,2-1 4251,-8 3 0,1-1 824,16-7 0,4-2-824,8-5 0,3-1 0,-19 10 0,1-1 0,2 1 0,0-1 0,2 0 0,-1 0 0,-4 2 0,-1 0 0,0 1 0,28-12 0,-1 3 0,-9 4 0,-3 1 0,-8 4 0,-2 1 0,-7 4 0,-3 1 0,-7 4 0,-4 0 0,20-5 0,-19 7 0,-18 4 6749,-9 1-6749,3 1 106,-2-1-106,2 1 0,-3-1 0,2 0 0,1 1 0,1-1 0,11-1 0,14-6 0,17-6 0,11-5 0,2-2 0,-5 6 0,-6 4 0,-1 1 0,-4 1 0,-3 0 0,-12 4 0,-13 3 0,-13 2 0,-7 3 0,1-1 0,2 0 0,0 1 0,0-1 0,-2 1 0,-1 1 0,0-2 0,0 3 0,2-1 0,2 0 0,3 0 0,0 1 0,-1-1 0,-1 2 0,-1-1 0,-1 0 0,-2 1 0,-4 2 0,-3 1 0,-10 0 0,1 0 0,-6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9:20:23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24575,'23'0'0,"20"0"0,30 0 0,-18 4 0,4 3 0,8 2 0,3 3 0,2 4 0,0 5 0,4 6 0,-2 4-338,0 4 1,0 3 337,4 7 0,1 4-265,-24-12 1,2 2 0,-2 1 264,-1 0 0,-1 0 0,-1 2 0,25 21 0,-2 1 0,-24-20 0,-1 0 0,0 2 0,1 0 0,-1 2 0,1 1 0,2 5 0,0 2 0,-1 1-469,1 5 1,0 2 0,-1 0 468,0 3 0,-1 1 0,-2 2 0,0 2 0,-2 1 0,-1 2 0,-1 1 0,0 1 0,-2 0 0,-2-1 0,-1 0 0,-1 1 0,-2 0 0,-2 1 0,-2 0 0,-1-1 0,-2 1 0,-1 0 0,0 1 0,-1 1 0,-1 1 0,-1 4 0,-2 2 0,-1 0 0,-1 0 0,-1 1 0,-2 0 0,-1 1 0,-1 1 0,-2-1 0,-3 0 0,-1-1 0,-2-1 0,-2-8 0,-1-1 0,-2-1-253,0-4 0,-1-2 0,-1-1 253,-1 26 0,-1-4 174,1-9 0,-2-4-174,0-10 0,-3-3 869,-4 31-869,-4-31 1441,-3-21-1441,1-9 879,-2-3-879,-3 0 95,-3 4-95,-1 3 0,0-5 0,7-5 0,3-7 0,5-5 0,4-7 0,2-3 0,2-7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9:20:2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24575,'0'7'0,"1"1"0,4 5 0,3 4 0,4 4 0,4 6 0,0 3 0,2 1 0,1 1 0,-2-2 0,-1 1 0,-3-2 0,-2 1 0,2 3 0,-2 4 0,3 6 0,4 5 0,0 0 0,0 3 0,-2-6 0,-2-4 0,-3-1 0,-1-9 0,-4-1 0,-2-4 0,-2-4 0,1-1 0,0-4 0,0-2 0,0-6 0,-3-5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9:20:27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635 0 24575,'-9'9'0,"-5"5"0,-7 6 0,-1 5 0,0 2 0,2-1 0,3 1 0,2-1 0,2-3 0,3-4 0,-1-4 0,1-3 0,-2 1 0,-3 1 0,3-2 0,-5 3 0,-2 6 0,-5 5 0,-5 8 0,-1 1 0,-1-1 0,-1 1 0,3 1 0,1-3 0,2-1 0,5-4 0,2-4 0,4-2 0,3-4 0,2-3 0,1 0 0,1-1 0,1-2 0,2 1 0,-2-1 0,1-1 0,0 1 0,1-2 0,-1-1 0,1-2 0,2 0 0,1-3 0,2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9:21:31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24575,'36'0'0,"23"0"0,36 0 0,-39 0 0,0 0 0,-4 0 0,0 0 0,46 0 0,-22 0 0,-10 0 0,-13 0 0,-4 0 0,0 0 0,-2 0 0,-2 0 0,-2 0 0,-6 0 0,-5 0 0,-6 0 0,-5 0 0,-5 0 0,-1 0 0,-1 0 0,3 0 0,8 0 0,2 0 0,2 0 0,1 0 0,-6 0 0,2 0 0,1 0 0,1 0 0,2 0 0,0 0 0,1 0 0,2 0 0,0 0 0,-2 0 0,2 0 0,1 0 0,6-1 0,8-2 0,4-3 0,8-1 0,4 3 0,0 1 0,-3 2 0,-12 1 0,-12 0 0,-8 0 0,-8 0 0,-2 0 0,-5 0 0,0 0 0,3 0 0,-1 0 0,2 0 0,0 0 0,0 0 0,0 0 0,1 0 0,-1 0 0,5 0 0,5 0 0,1 0 0,2 0 0,-5 0 0,-2 0 0,1 0 0,-3 0 0,-1 0 0,-2 0 0,-1 0 0,0 0 0,0 0 0,0 0 0,2 0 0,0 0 0,1 0 0,-3 0 0,-3 0 0,-4 0 0,-1 0 0,0 0 0,-4 0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9:21:34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24575,'12'0'0,"8"0"0,23 0 0,11 0 0,5 0 0,8 0 0,-2 0 0,-5 0 0,-3 0 0,-11 0 0,-5 0 0,-7 0 0,-8 0 0,-4 0 0,-3 0 0,-1 0 0,1 0 0,-1 0 0,0 0 0,0 0 0,0-3 0,3 0 0,4 0 0,7 1 0,6 2 0,6-1 0,6 1 0,-2 0 0,-3 0 0,-8 0 0,-9 0 0,-6 0 0,-5 0 0,-2 0 0,1 0 0,0 0 0,4 0 0,2 0 0,-1 0 0,3 0 0,-2 0 0,0 0 0,-1 0 0,-1 0 0,4 0 0,3-1 0,4-2 0,3 0 0,-1 0 0,3 1 0,-1 2 0,0 0 0,-2 0 0,-2 0 0,-2 0 0,-4 0 0,-4 0 0,-5-2 0,-1-1 0,-2-1 0,-2 2 0,0 2 0,-3 0 0,2 0 0,-1 0 0,3 0 0,-2-2 0,-1-1 0,-1 0 0,1 1 0,1 1 0,-2 1 0,3 0 0,1 0 0,3 0 0,2 0 0,-2 0 0,-2 0 0,0 0 0,-2 0 0,0 0 0,1 0 0,-1 0 0,0 0 0,-1 0 0,0 0 0,-6 0 0,1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9:21:49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24575,'18'0'0,"39"0"0,-3 0 0,8 0 0,18 0 0,6 0-849,12 0 1,3 0 848,-2 0 0,-1 0 0,-12 0 0,-4 0 275,-13 0 0,-5 0-275,31 0 280,-25 0-280,-2 0 0,13-1 0,14-3 867,1 0-867,-5-3 0,-7 1 0,-11 2 0,5 1 0,6 3 0,-1 0 0,3 0 0,-8 0 0,-6 0 0,6 0 0,6 0 0,15 0 0,-46 0 0,1 0 0,-3 0 0,0 0 0,48 0 0,-19 0 0,-7 0 0,-2 0 0,1 0 0,6 0 0,2 0 0,0 0 0,-2 0 0,-2 1 0,-1 5 0,2 4 0,3 3 0,4-1 0,5-3 0,9 3 0,-47-7 0,1 0 0,3 0 0,0 1 0,0-1 0,0 1 0,0-1 0,1 1 0,-2 1 0,0 0 0,5 1 0,-1 0 0,0 1 0,0 0 0,2 1 0,0 1 0,-1 1 0,-1 0 0,-4-1 0,-1-1 0,-3 0 0,-1 0 0,35 6 0,-12-3 0,-4 0 0,-3-4 0,-2-3 0,-3-3 0,-2-3 0,-1 3 0,6 0 0,1 4 0,-2-1 0,-4-2 0,-4 2 0,-6-3 0,-2 0 0,0 0 0,4-3 0,7 0 0,6 0 0,3 0 0,-1 0 0,-3 0 0,-5 0 0,-8 0 0,-5 0 0,-2 0 0,3 0 0,5 0 0,7 0 0,6-3 0,6-4 0,2-4 0,0-7 0,2-1 0,-5-1 0,-2 1 0,-4 6 0,-2 4 0,1 3 0,-1 1 0,2-3 0,-8 0 0,-5-1 0,-6 0 0,-6 1 0,-2 1 0,-2 1 0,-6-2 0,2 2 0,-5 0 0,-2-2 0,1-1 0,1-3 0,4 1 0,5 0 0,0-1 0,1 4 0,1-1 0,-1 0 0,-1 0 0,-2 0 0,-3 3 0,-3 1 0,-3 1 0,-6 1 0,-3 1 0,-1 2 0,-2 0 0,1 0 0,-2 0 0,2 0 0,2-2 0,2-1 0,3-3 0,1-2 0,-1 2 0,-2-1 0,0 1 0,-3 1 0,2 0 0,-2-1 0,0 1 0,1-1 0,-2-1 0,0 1 0,-2 0 0,0 3 0,3 0 0,-2 0 0,0-2 0,1-2 0,-2 2 0,3-3 0,-1 1 0,-1-2 0,-5 4 0,-2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9:20:23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24575,'23'0'0,"20"0"0,30 0 0,-18 4 0,4 3 0,8 2 0,3 3 0,2 4 0,0 5 0,4 6 0,-2 4-338,0 4 1,0 3 337,4 7 0,1 4-265,-24-12 1,2 2 0,-2 1 264,-1 0 0,-1 0 0,-1 2 0,25 21 0,-2 1 0,-24-20 0,-1 0 0,0 2 0,1 0 0,-1 2 0,1 1 0,2 5 0,0 2 0,-1 1-469,1 5 1,0 2 0,-1 0 468,0 3 0,-1 1 0,-2 2 0,0 2 0,-2 1 0,-1 2 0,-1 1 0,0 1 0,-2 0 0,-2-1 0,-1 0 0,-1 1 0,-2 0 0,-2 1 0,-2 0 0,-1-1 0,-2 1 0,-1 0 0,0 1 0,-1 1 0,-1 1 0,-1 4 0,-2 2 0,-1 0 0,-1 0 0,-1 1 0,-2 0 0,-1 1 0,-1 1 0,-2-1 0,-3 0 0,-1-1 0,-2-1 0,-2-8 0,-1-1 0,-2-1-253,0-4 0,-1-2 0,-1-1 253,-1 26 0,-1-4 174,1-9 0,-2-4-174,0-10 0,-3-3 869,-4 31-869,-4-31 1441,-3-21-1441,1-9 879,-2-3-879,-3 0 95,-3 4-95,-1 3 0,0-5 0,7-5 0,3-7 0,5-5 0,4-7 0,2-3 0,2-7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9:20:2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24575,'0'7'0,"1"1"0,4 5 0,3 4 0,4 4 0,4 6 0,0 3 0,2 1 0,1 1 0,-2-2 0,-1 1 0,-3-2 0,-2 1 0,2 3 0,-2 4 0,3 6 0,4 5 0,0 0 0,0 3 0,-2-6 0,-2-4 0,-3-1 0,-1-9 0,-4-1 0,-2-4 0,-2-4 0,1-1 0,0-4 0,0-2 0,0-6 0,-3-5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9:20:27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635 0 24575,'-9'9'0,"-5"5"0,-7 6 0,-1 5 0,0 2 0,2-1 0,3 1 0,2-1 0,2-3 0,3-4 0,-1-4 0,1-3 0,-2 1 0,-3 1 0,3-2 0,-5 3 0,-2 6 0,-5 5 0,-5 8 0,-1 1 0,-1-1 0,-1 1 0,3 1 0,1-3 0,2-1 0,5-4 0,2-4 0,4-2 0,3-4 0,2-3 0,1 0 0,1-1 0,1-2 0,2 1 0,-2-1 0,1-1 0,0 1 0,1-2 0,-1-1 0,1-2 0,2 0 0,1-3 0,2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9:21:31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24575,'36'0'0,"23"0"0,36 0 0,-39 0 0,0 0 0,-4 0 0,0 0 0,46 0 0,-22 0 0,-10 0 0,-13 0 0,-4 0 0,0 0 0,-2 0 0,-2 0 0,-2 0 0,-6 0 0,-5 0 0,-6 0 0,-5 0 0,-5 0 0,-1 0 0,-1 0 0,3 0 0,8 0 0,2 0 0,2 0 0,1 0 0,-6 0 0,2 0 0,1 0 0,1 0 0,2 0 0,0 0 0,1 0 0,2 0 0,0 0 0,-2 0 0,2 0 0,1 0 0,6-1 0,8-2 0,4-3 0,8-1 0,4 3 0,0 1 0,-3 2 0,-12 1 0,-12 0 0,-8 0 0,-8 0 0,-2 0 0,-5 0 0,0 0 0,3 0 0,-1 0 0,2 0 0,0 0 0,0 0 0,0 0 0,1 0 0,-1 0 0,5 0 0,5 0 0,1 0 0,2 0 0,-5 0 0,-2 0 0,1 0 0,-3 0 0,-1 0 0,-2 0 0,-1 0 0,0 0 0,0 0 0,0 0 0,2 0 0,0 0 0,1 0 0,-3 0 0,-3 0 0,-4 0 0,-1 0 0,0 0 0,-4 0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9:21:34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24575,'12'0'0,"8"0"0,23 0 0,11 0 0,5 0 0,8 0 0,-2 0 0,-5 0 0,-3 0 0,-11 0 0,-5 0 0,-7 0 0,-8 0 0,-4 0 0,-3 0 0,-1 0 0,1 0 0,-1 0 0,0 0 0,0 0 0,0-3 0,3 0 0,4 0 0,7 1 0,6 2 0,6-1 0,6 1 0,-2 0 0,-3 0 0,-8 0 0,-9 0 0,-6 0 0,-5 0 0,-2 0 0,1 0 0,0 0 0,4 0 0,2 0 0,-1 0 0,3 0 0,-2 0 0,0 0 0,-1 0 0,-1 0 0,4 0 0,3-1 0,4-2 0,3 0 0,-1 0 0,3 1 0,-1 2 0,0 0 0,-2 0 0,-2 0 0,-2 0 0,-4 0 0,-4 0 0,-5-2 0,-1-1 0,-2-1 0,-2 2 0,0 2 0,-3 0 0,2 0 0,-1 0 0,3 0 0,-2-2 0,-1-1 0,-1 0 0,1 1 0,1 1 0,-2 1 0,3 0 0,1 0 0,3 0 0,2 0 0,-2 0 0,-2 0 0,0 0 0,-2 0 0,0 0 0,1 0 0,-1 0 0,0 0 0,-1 0 0,0 0 0,-6 0 0,1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9:21:49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24575,'18'0'0,"39"0"0,-3 0 0,8 0 0,18 0 0,6 0-849,12 0 1,3 0 848,-2 0 0,-1 0 0,-12 0 0,-4 0 275,-13 0 0,-5 0-275,31 0 280,-25 0-280,-2 0 0,13-1 0,14-3 867,1 0-867,-5-3 0,-7 1 0,-11 2 0,5 1 0,6 3 0,-1 0 0,3 0 0,-8 0 0,-6 0 0,6 0 0,6 0 0,15 0 0,-46 0 0,1 0 0,-3 0 0,0 0 0,48 0 0,-19 0 0,-7 0 0,-2 0 0,1 0 0,6 0 0,2 0 0,0 0 0,-2 0 0,-2 1 0,-1 5 0,2 4 0,3 3 0,4-1 0,5-3 0,9 3 0,-47-7 0,1 0 0,3 0 0,0 1 0,0-1 0,0 1 0,0-1 0,1 1 0,-2 1 0,0 0 0,5 1 0,-1 0 0,0 1 0,0 0 0,2 1 0,0 1 0,-1 1 0,-1 0 0,-4-1 0,-1-1 0,-3 0 0,-1 0 0,35 6 0,-12-3 0,-4 0 0,-3-4 0,-2-3 0,-3-3 0,-2-3 0,-1 3 0,6 0 0,1 4 0,-2-1 0,-4-2 0,-4 2 0,-6-3 0,-2 0 0,0 0 0,4-3 0,7 0 0,6 0 0,3 0 0,-1 0 0,-3 0 0,-5 0 0,-8 0 0,-5 0 0,-2 0 0,3 0 0,5 0 0,7 0 0,6-3 0,6-4 0,2-4 0,0-7 0,2-1 0,-5-1 0,-2 1 0,-4 6 0,-2 4 0,1 3 0,-1 1 0,2-3 0,-8 0 0,-5-1 0,-6 0 0,-6 1 0,-2 1 0,-2 1 0,-6-2 0,2 2 0,-5 0 0,-2-2 0,1-1 0,1-3 0,4 1 0,5 0 0,0-1 0,1 4 0,1-1 0,-1 0 0,-1 0 0,-2 0 0,-3 3 0,-3 1 0,-3 1 0,-6 1 0,-3 1 0,-1 2 0,-2 0 0,1 0 0,-2 0 0,2 0 0,2-2 0,2-1 0,3-3 0,1-2 0,-1 2 0,-2-1 0,0 1 0,-3 1 0,2 0 0,-2-1 0,0 1 0,1-1 0,-2-1 0,0 1 0,-2 0 0,0 3 0,3 0 0,-2 0 0,0-2 0,1-2 0,-2 2 0,3-3 0,-1 1 0,-1-2 0,-5 4 0,-2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8:26:26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18188,'3'3'0,"-1"-1"0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8:26:27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22690,'-3'0'0,"1"0"0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8:26:27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8:26:20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1 650 24575,'10'-20'0,"58"-26"0,12 7 0,12-2 0,-22 11 0,3 0 0,3 1-2231,13-3 0,3 2 0,-3 1 2231,-13 5 0,-3 1 0,-3 2 0,18-5 0,-3 1 292,-2 2 1,-3 3-293,-10 3 0,-2 2 0,4-1 0,2 2 0,2 1 0,1 2 0,-4 0 0,-2 1 0,-6 4 0,-3 2 0,-5-1 0,-3 1 1331,25 0-1331,7 0 0,-13 1 0,-4 3 3435,-12-3-3435,-4-3 1342,-2 0-1342,-1-1 0,12 5 0,28 1 0,-28 1 0,4 0 0,3 0 0,0 0-1253,2 0 1,-1 0 1252,-10 0 0,-2 0 0,-4 0 0,-1 0 0,-1 0 0,-2 0 0,45 0 0,-1 3 0,-14 7 0,-4 5 0,-14 8 0,-6 5 0,-12 0 0,-8 1 2505,-13-4-2505,-11-2 0,-4-3 0,-2-1 0,5 1 0,5 2 0,1 4 0,-1-4 0,-2 0 0,-6-6 0,-2-2 0,-2 0 0,-4-3 0,0 1 0,0-1 0,2-2 0,1-11 0,-1-7 0,0-1 0,-2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20:03:39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3322 0 24575,'-14'0'0,"-7"2"0,-13 4 0,-4 5 0,-5 6 0,-1 4 0,4-1 0,-4 1 0,-4-1 0,-9 1 0,-12 4 0,-10 5 0,0 3 0,2 2 0,9-3 0,13-5 0,6 0 0,4-1 0,-2 0 0,-7 2 0,-5 1 0,-8 8 0,-11 6 0,36-17 0,-1 0 0,-6 4 0,-1 0 0,-3 1 0,1 0 0,-1 4 0,0-1 0,1 1 0,-1-1 0,3 2 0,1-1 0,2-3 0,0-1 0,4-1 0,0-1 0,-31 26 0,14-8 0,10-3 0,7-6 0,0-1 0,-4 3 0,-5 4 0,-5 6 0,-3 3 0,0 0 0,4-3 0,2-3 0,8-7 0,5-3 0,7-3 0,5-4 0,4-3 0,2-3 0,2 0 0,0-1 0,2-2 0,-3 0 0,0-2 0,2 2 0,-1 1 0,2 1 0,-3 1 0,3-2 0,0 0 0,1-2 0,3-3 0,-1 2 0,1-2 0,3-1 0,-1-1 0,1 0 0,-1 0 0,0 2 0,0-2 0,0 0 0,0 0 0,2-2 0,-1 0 0,2-3 0,0-2 0,3-1 0,1-1 0,0 0 0,3 1 0,-1-2 0,1 3 0,0 0 0,-1 0 0,1 1 0,0 0 0,1-5 0,1 1 0,0-6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20:03:42.2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24575,'17'0'0,"7"0"0,12 0 0,11 0 0,9 0 0,5 0 0,1 3 0,-2 5 0,-5 3 0,-10 2 0,-10-2 0,-9-4 0,-6 1 0,-3-3 0,-5 0 0,-3 0 0,-3-2 0,2-1 0,4-2 0,6 1 0,8-1 0,8 0 0,9 0 0,1 0 0,-3 0 0,-6 0 0,-7 0 0,-8 3 0,-6 4 0,-6 4 0,-4 1 0,-2-1 0,-2 0 0,0-2 0,-2 0 0,-1-1 0,-3-2 0,-4 0 0,-2 0 0,-3-1 0,-2 3 0,-2 4 0,-5 4 0,-3 3 0,-6 0 0,-3 4 0,-1 0 0,0 3 0,3-1 0,3-2 0,4-1 0,3-4 0,4 1 0,5-1 0,3-1 0,0-1 0,2-1 0,0 0 0,1-2 0,2 2 0,1-1 0,1 0 0,0 0 0,2-1 0,0-3 0,0 0 0,1-1 0,-1 0 0,0 3 0,3 3 0,0 0 0,0 1 0,0-1 0,0-8 0,0-2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20:03:48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24575,'0'2'0,"0"1"0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20:03:49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24575,'-3'7'0,"0"-2"0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20:03:4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8:26:26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18188,'3'3'0,"-1"-1"0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8:26:27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22690,'-3'0'0,"1"0"0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8:26:27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8:26:20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1 650 24575,'10'-20'0,"58"-26"0,12 7 0,12-2 0,-22 11 0,3 0 0,3 1-2231,13-3 0,3 2 0,-3 1 2231,-13 5 0,-3 1 0,-3 2 0,18-5 0,-3 1 292,-2 2 1,-3 3-293,-10 3 0,-2 2 0,4-1 0,2 2 0,2 1 0,1 2 0,-4 0 0,-2 1 0,-6 4 0,-3 2 0,-5-1 0,-3 1 1331,25 0-1331,7 0 0,-13 1 0,-4 3 3435,-12-3-3435,-4-3 1342,-2 0-1342,-1-1 0,12 5 0,28 1 0,-28 1 0,4 0 0,3 0 0,0 0-1253,2 0 1,-1 0 1252,-10 0 0,-2 0 0,-4 0 0,-1 0 0,-1 0 0,-2 0 0,45 0 0,-1 3 0,-14 7 0,-4 5 0,-14 8 0,-6 5 0,-12 0 0,-8 1 2505,-13-4-2505,-11-2 0,-4-3 0,-2-1 0,5 1 0,5 2 0,1 4 0,-1-4 0,-2 0 0,-6-6 0,-2-2 0,-2 0 0,-4-3 0,0 1 0,0-1 0,2-2 0,1-11 0,-1-7 0,0-1 0,-2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20:03:48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24575,'0'2'0,"0"1"0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20:03:49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24575,'-3'7'0,"0"-2"0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20:03:4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8:26:26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18188,'3'3'0,"-1"-1"0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8:26:27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22690,'-3'0'0,"1"0"0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8:26:27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8T08:26:20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1 650 24575,'10'-20'0,"58"-26"0,12 7 0,12-2 0,-22 11 0,3 0 0,3 1-2231,13-3 0,3 2 0,-3 1 2231,-13 5 0,-3 1 0,-3 2 0,18-5 0,-3 1 292,-2 2 1,-3 3-293,-10 3 0,-2 2 0,4-1 0,2 2 0,2 1 0,1 2 0,-4 0 0,-2 1 0,-6 4 0,-3 2 0,-5-1 0,-3 1 1331,25 0-1331,7 0 0,-13 1 0,-4 3 3435,-12-3-3435,-4-3 1342,-2 0-1342,-1-1 0,12 5 0,28 1 0,-28 1 0,4 0 0,3 0 0,0 0-1253,2 0 1,-1 0 1252,-10 0 0,-2 0 0,-4 0 0,-1 0 0,-1 0 0,-2 0 0,45 0 0,-1 3 0,-14 7 0,-4 5 0,-14 8 0,-6 5 0,-12 0 0,-8 1 2505,-13-4-2505,-11-2 0,-4-3 0,-2-1 0,5 1 0,5 2 0,1 4 0,-1-4 0,-2 0 0,-6-6 0,-2-2 0,-2 0 0,-4-3 0,0 1 0,0-1 0,2-2 0,1-11 0,-1-7 0,0-1 0,-2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20:03:48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24575,'0'2'0,"0"1"0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20:03:49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24575,'-3'7'0,"0"-2"0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20:03:4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19:01:37.1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24575,'11'23'0,"5"3"0,5 4 0,6 5 0,1 4 0,3 1 0,1 4 0,0 0 0,-4 0 0,-3-3 0,-2-2 0,-4-3 0,1 1 0,3 3 0,0 0 0,1-1 0,-1-1 0,-7-7 0,-4-5 0,-5-5 0,-3-3 0,-1 1 0,-1 2 0,3 0 0,1 1 0,2-2 0,-2-2 0,0-3 0,2-4 0,0-5 0,-3-5 0,-1-1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19:01:39.2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95 24575,'23'0'0,"10"0"0,25 0 0,10 0 0,4 0 0,-6 0 0,-14 0 0,-6 0 0,-9 0 0,-6 0 0,-7 0 0,-5 0 0,-4 0 0,-2 0 0,-1 0 0,-2 0 0,1-3 0,2-2 0,2-2 0,7-4 0,7 0 0,10 0 0,4 1 0,1 1 0,-7-1 0,-7 2 0,-6 2 0,-6 3 0,-3 3 0,-2 0 0,-2 0 0,-1 0 0,2 0 0,1 0 0,2 0 0,8 0 0,9 0 0,6 0 0,5 0 0,0 0 0,-8 0 0,-5 0 0,-7 0 0,-5 0 0,1 0 0,2 0 0,5 0 0,3 0 0,2 0 0,-3 0 0,-5 0 0,-2 0 0,-5 0 0,-1 0 0,-2 0 0,-6 0 0,-1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19:01:37.1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24575,'11'23'0,"5"3"0,5 4 0,6 5 0,1 4 0,3 1 0,1 4 0,0 0 0,-4 0 0,-3-3 0,-2-2 0,-4-3 0,1 1 0,3 3 0,0 0 0,1-1 0,-1-1 0,-7-7 0,-4-5 0,-5-5 0,-3-3 0,-1 1 0,-1 2 0,3 0 0,1 1 0,2-2 0,-2-2 0,0-3 0,2-4 0,0-5 0,-3-5 0,-1-1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9T19:01:39.27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95 24575,'23'0'0,"10"0"0,25 0 0,10 0 0,4 0 0,-6 0 0,-14 0 0,-6 0 0,-9 0 0,-6 0 0,-7 0 0,-5 0 0,-4 0 0,-2 0 0,-1 0 0,-2 0 0,1-3 0,2-2 0,2-2 0,7-4 0,7 0 0,10 0 0,4 1 0,1 1 0,-7-1 0,-7 2 0,-6 2 0,-6 3 0,-3 3 0,-2 0 0,-2 0 0,-1 0 0,2 0 0,1 0 0,2 0 0,8 0 0,9 0 0,6 0 0,5 0 0,0 0 0,-8 0 0,-5 0 0,-7 0 0,-5 0 0,1 0 0,2 0 0,5 0 0,3 0 0,2 0 0,-3 0 0,-5 0 0,-2 0 0,-5 0 0,-1 0 0,-2 0 0,-6 0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5FAEB-7465-8C4A-80F8-8997C446ABDB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C839B-2929-CC43-B73E-9A0188BB64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87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演奏開始トリガー機構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9703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80BD5-F2C1-D62D-5765-63B45FA5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337E3D5-4CC5-17AA-3B35-439A777E6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4C31C48-632B-D966-5E6B-EA9A48E17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演奏開始トリガー機構</a:t>
            </a:r>
            <a:r>
              <a:rPr kumimoji="1" lang="en-US" altLang="ja-JP" dirty="0"/>
              <a:t>(</a:t>
            </a:r>
            <a:r>
              <a:rPr kumimoji="1" lang="ja-JP" altLang="en-US"/>
              <a:t>最終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DFC1E4-85A0-BEFE-6D67-03D7EFA65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2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操作インターフェース</a:t>
            </a:r>
            <a:r>
              <a:rPr kumimoji="1" lang="en-US" altLang="ja-JP" dirty="0"/>
              <a:t>(</a:t>
            </a:r>
            <a:r>
              <a:rPr kumimoji="1" lang="ja-JP" altLang="en-US"/>
              <a:t>演奏開始</a:t>
            </a:r>
            <a:r>
              <a:rPr kumimoji="1" lang="en-US" altLang="ja-JP" dirty="0"/>
              <a:t>)(</a:t>
            </a:r>
            <a:r>
              <a:rPr kumimoji="1" lang="ja-JP" altLang="en-US"/>
              <a:t>済み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136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B1D5F-48ED-CB12-F084-4E5ECA67B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380F282-78BC-E9D4-1371-AC6C6A896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B2784D-524D-53EE-D860-C3CC978AE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演奏開始トリガー機構</a:t>
            </a:r>
            <a:r>
              <a:rPr kumimoji="1" lang="en-US" altLang="ja-JP" dirty="0"/>
              <a:t>(</a:t>
            </a:r>
            <a:r>
              <a:rPr kumimoji="1" lang="ja-JP" altLang="en-US"/>
              <a:t>最終</a:t>
            </a:r>
            <a:r>
              <a:rPr kumimoji="1" lang="en-US" altLang="ja-JP" dirty="0"/>
              <a:t>)(</a:t>
            </a:r>
            <a:r>
              <a:rPr kumimoji="1" lang="ja-JP" altLang="en-US"/>
              <a:t>済み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6AA90D-05C1-DEB0-7A85-60F768E9B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3435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指揮デバイスのインターフェース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1866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11A3-06FB-9DCD-F160-B129D9E05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83573C9-D63A-87D6-9906-9924890CC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1275349-0988-9E2E-D58B-C31AB5A6B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操作インターフェース</a:t>
            </a:r>
            <a:r>
              <a:rPr kumimoji="1" lang="en-US" altLang="ja-JP" dirty="0"/>
              <a:t>(</a:t>
            </a:r>
            <a:r>
              <a:rPr kumimoji="1" lang="ja-JP" altLang="en-US"/>
              <a:t>音量</a:t>
            </a:r>
            <a:r>
              <a:rPr kumimoji="1" lang="en-US" altLang="ja-JP" dirty="0"/>
              <a:t>)(</a:t>
            </a:r>
            <a:r>
              <a:rPr kumimoji="1" lang="ja-JP" altLang="en-US"/>
              <a:t>最終</a:t>
            </a:r>
            <a:r>
              <a:rPr kumimoji="1" lang="en-US" altLang="ja-JP" dirty="0"/>
              <a:t>)(</a:t>
            </a:r>
            <a:r>
              <a:rPr kumimoji="1" lang="ja-JP" altLang="en-US"/>
              <a:t>済み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6CF5DE3-B010-04A2-7D2B-43A3F01B77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12769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1EE6B-F620-0686-A8FF-98F1867E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179A90E-577F-2A4B-CF02-4B6DF2743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0FC9008-85A4-9887-2A1C-4917100A0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指揮デバイスのインターフェース</a:t>
            </a:r>
            <a:r>
              <a:rPr kumimoji="1" lang="en-US" altLang="ja-JP" dirty="0"/>
              <a:t>(BPM)(</a:t>
            </a:r>
            <a:r>
              <a:rPr kumimoji="1" lang="ja-JP" altLang="en-US"/>
              <a:t>最終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0BA102-CED2-3946-F7EA-6CCCF4604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7346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0C7C6-3474-AF81-69D3-0A1E22D3A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2357C4-23EB-0A8E-AE11-C3A5A47FC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4B0210C-AE4A-C902-BB8D-322400173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指揮デバイスのインターフェース</a:t>
            </a:r>
            <a:r>
              <a:rPr kumimoji="1" lang="en-US" altLang="ja-JP" dirty="0"/>
              <a:t>(BPM)(</a:t>
            </a:r>
            <a:r>
              <a:rPr kumimoji="1" lang="ja-JP" altLang="en-US"/>
              <a:t>最終</a:t>
            </a:r>
            <a:r>
              <a:rPr kumimoji="1" lang="en-US" altLang="ja-JP" dirty="0"/>
              <a:t>)(</a:t>
            </a:r>
            <a:r>
              <a:rPr kumimoji="1" lang="ja-JP" altLang="en-US"/>
              <a:t>済み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25AE7E-5BBA-E87B-9A5F-24D073E6C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665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スライド＿操作インターフェース</a:t>
            </a:r>
            <a:endParaRPr kumimoji="1" lang="en-US" altLang="ja-JP" dirty="0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E60B9-6D53-4648-BB8C-70F9FF8FAD05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7460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687CC-B2EF-F39E-2CCE-C756CEF3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8455F4-C4EF-0CDE-F990-4A087B42F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AD9519B-3954-C1BD-2010-FF60F3115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観覧車見た目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97CB01-9F76-0B01-ED58-C29FA3355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E60B9-6D53-4648-BB8C-70F9FF8FAD05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3608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D1E20-2601-B6B2-1E91-D58054532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B4F44E5-2371-A563-EE41-DA47F8C58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C158CB3-1062-5096-F2E4-3086EAA9D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指揮デバイス見た目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A929C9-85C4-FE40-0F56-E0462919A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6995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指揮デバイス見た目</a:t>
            </a:r>
            <a:r>
              <a:rPr kumimoji="1" lang="en-US" altLang="ja-JP" dirty="0"/>
              <a:t>(</a:t>
            </a:r>
            <a:r>
              <a:rPr kumimoji="1" lang="ja-JP" altLang="en-US"/>
              <a:t>最終</a:t>
            </a:r>
            <a:r>
              <a:rPr kumimoji="1" lang="en-US" altLang="ja-JP" dirty="0"/>
              <a:t>)(</a:t>
            </a:r>
            <a:r>
              <a:rPr kumimoji="1" lang="ja-JP" altLang="en-US"/>
              <a:t>済み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136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指揮デバイスのシーケンス図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42352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655B0-475C-D374-2531-CCCBD7C9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336D760-FCC4-393C-54E8-4771156F8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784EF77-9149-045D-AC0A-0D0249DB7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指揮デバイスのシーケンス図</a:t>
            </a:r>
            <a:r>
              <a:rPr kumimoji="1" lang="en-US" altLang="ja-JP" dirty="0"/>
              <a:t>(</a:t>
            </a:r>
            <a:r>
              <a:rPr kumimoji="1" lang="ja-JP" altLang="en-US"/>
              <a:t>最終</a:t>
            </a:r>
            <a:r>
              <a:rPr kumimoji="1" lang="en-US" altLang="ja-JP" dirty="0"/>
              <a:t>)(</a:t>
            </a:r>
            <a:r>
              <a:rPr kumimoji="1" lang="ja-JP" altLang="en-US"/>
              <a:t>済み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427F24-FFAF-8CC7-60F3-252A4F61A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4005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DBCF-5076-DB87-4E84-6B87CD39A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5982F82-D64A-77D6-73E3-E326CF8AC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80EECF8-CE4D-E0E9-8882-914CC1A2C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楽器デバイス受光部シーケンス図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9B51E5-ECDC-DF56-F38E-BFA06112B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56617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BC8C5-5519-A604-3E62-F94DCC70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0F0FF1A-8755-3C49-E007-6D5B3F621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3314882-165D-92EA-AA9C-A0F9A8BEF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楽器デバイス受光部シーケンス図</a:t>
            </a:r>
            <a:r>
              <a:rPr kumimoji="1" lang="en-US" altLang="ja-JP" dirty="0"/>
              <a:t>(</a:t>
            </a:r>
            <a:r>
              <a:rPr kumimoji="1" lang="ja-JP" altLang="en-US"/>
              <a:t>最終</a:t>
            </a:r>
            <a:r>
              <a:rPr kumimoji="1" lang="en-US" altLang="ja-JP" dirty="0"/>
              <a:t>)(</a:t>
            </a:r>
            <a:r>
              <a:rPr kumimoji="1" lang="ja-JP" altLang="en-US"/>
              <a:t>済み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38B8807-5F5C-E915-D4D6-64C6E0973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02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指揮デバイス見た目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373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中継機</a:t>
            </a:r>
            <a:r>
              <a:rPr kumimoji="1" lang="en-US" altLang="ja-JP" dirty="0"/>
              <a:t>arduino2</a:t>
            </a:r>
            <a:r>
              <a:rPr kumimoji="1" lang="ja-JP" altLang="en-US"/>
              <a:t>台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733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楽器デバイスの受信システム構成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10145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2AD-E894-C106-1C5D-6D60D8B41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19D1304-7A41-D107-D2F2-22842ADEE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41286E7-46BA-E386-9CAB-EE361E50D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楽器デバイスの受信システム構成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ADC26F-F675-F272-F5C3-7B8DE27E0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97571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A60D-3F68-F3CA-9E67-5683E6066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6A10A4-2D77-AFEF-7D82-01F62BF9A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A4F4B4D-8F75-00AF-7A0D-AB6B776E5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楽器デバイスの受信システム構成</a:t>
            </a:r>
            <a:r>
              <a:rPr kumimoji="1" lang="en-US" altLang="ja-JP" dirty="0"/>
              <a:t>(</a:t>
            </a:r>
            <a:r>
              <a:rPr kumimoji="1" lang="ja-JP" altLang="en-US"/>
              <a:t>最終</a:t>
            </a:r>
            <a:r>
              <a:rPr kumimoji="1" lang="en-US" altLang="ja-JP" dirty="0"/>
              <a:t>)(</a:t>
            </a:r>
            <a:r>
              <a:rPr kumimoji="1" lang="ja-JP" altLang="en-US"/>
              <a:t>済み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AD7BBD-20DF-E499-9B90-AE84E4179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51507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6205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システム構成図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43763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5B160-AD95-475A-F062-0ACE197E8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49A5C8D-836A-E9D4-4BD4-597F0BAE2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277C47D-49C8-FF15-D8A8-C8E3CA610C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システム構成図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07711E-34CB-476F-6AEB-E7140EDBE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0583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指揮デバイスシステム構成図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2527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BFD1B-B437-79BE-3576-6FCC3158D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53ABA54-C0D1-F1D2-8D73-DD266FF27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A8D66CF-7614-E1D9-F473-D9EEC05A2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指揮デバイスシステム構成図</a:t>
            </a:r>
            <a:r>
              <a:rPr kumimoji="1" lang="en-US" altLang="ja-JP" dirty="0"/>
              <a:t>(</a:t>
            </a:r>
            <a:r>
              <a:rPr kumimoji="1" lang="ja-JP" altLang="en-US"/>
              <a:t>最終</a:t>
            </a:r>
            <a:r>
              <a:rPr kumimoji="1" lang="en-US" altLang="ja-JP" dirty="0"/>
              <a:t>)(</a:t>
            </a:r>
            <a:r>
              <a:rPr kumimoji="1" lang="ja-JP" altLang="en-US"/>
              <a:t>済み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DCB7E3D-8CC2-1613-1BF2-716A5D3E2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49529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06EE-D795-A55E-6B6C-EFD2D74F5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D4C9EC3-F790-0EF5-9B0F-9F2774213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31009B7-A3DE-0CDC-A3F1-79F427282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指揮デバイスシステム構成図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F3EAAC-8CEB-7840-A648-A69554D80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C839B-2929-CC43-B73E-9A0188BB6465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9036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71D6DA-405C-A72D-FF40-479804F44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CBCB62-3947-9E8B-D94F-62030F6D7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63CE4D-D899-1320-5BD9-67C1D42BB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583BC5-2EBB-5E53-FC09-1442A9ED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622333-99E9-0AC5-B0EE-D7CFF79B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245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5C5E3F-2527-7D5D-25B1-EC8AF617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48C034-A44B-1170-033E-985F24A51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B5404D-0674-7597-A76F-AAACCB91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C83230-C31E-48FE-ACC3-C1517758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45B249-96E6-F5AC-A6AF-639DDD955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55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347808-C708-05C7-218F-7E9DB68F5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08D49C-F0B2-92BC-3F36-BDCB712D3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485AD1-819D-1606-5A06-A53922859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704B64-7F8A-02FA-7D6B-AC04B0D50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16D524-239C-A6F3-C7BF-681B1D11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848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B8EAD-8672-F90C-3638-95CF6C295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6FB44C-F997-8C64-86E8-C23D5F106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D8F251-D2D6-43F2-6F9E-FC2D52F5A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DE5E155-6FBD-D72C-EB4A-C0477B022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7F6A15-C44D-6CDB-37B3-1A7F0DE2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A9ECD0-F8AD-F7F8-95FB-EAAF04490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3338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53118C-D2E5-D3F6-FF56-4A1D3EB5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9EDDB2-38A4-F4DD-D9F2-5590A960A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F4AA044-6875-5840-1E93-C724C1082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16DDBF8-6439-6098-3644-7E799FF59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E738253-9C9B-533C-1DC9-37A79826A2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F38382-DE19-1B23-9485-39B40C7A4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B18293F-2CD3-A9D8-948B-107D5478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6B5C777-0EA6-6010-CABF-8F8FC906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2593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58E775-24FA-AD34-CC43-965C662C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0F28E16-1ADF-DCFE-815A-ADBB17EB8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306EF74-EC0A-2E6A-58C7-A88CE0453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AF7A3FA-75BC-F3C5-402E-977465437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557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06A635-A6E1-6E16-723F-3BBF11BF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3056CC-A0E8-14D4-C4AC-D74F89EC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155DE5-A9BF-4C2D-ED03-CA5065E7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719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ECE5AD-7A78-5F5A-560D-3A05568A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62771D-180A-BFAD-3F98-A3A8F4496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DBF6ABA-2260-8206-6FC0-F1E29A91D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1AAE8D-999A-1233-B196-98341BCC8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933235-1CDE-E0C9-D9C0-38F4FA08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C705FF-E6EA-B8E3-5B58-9424A579D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444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43791D-B838-412A-652E-048B7D7C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C68B103-0188-67C9-759C-804872A514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4146E5-3BE2-C344-AB33-F5ACC7DDB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4E908D-2B03-6A3C-EE6A-36717F55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76438E-DCA4-49FD-F6F5-1ADF3C91C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F7031D-1714-4930-57A0-AC0A9A83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49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6078BE-6282-8894-048F-FFCD6EC13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C385CA-D77D-EED1-4A9B-7670EADE9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4CEEF1-37F9-CBED-DC83-D4C9305A1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54B670-6BAC-2E27-1618-4FA1D005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B1059A-342D-8347-EA4E-9D5637495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3811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8D864A2-7314-BB14-6710-1C1BF88B37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42F80E-A17F-C5BA-11BD-7AAD2429B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501EC1-D02F-88A0-3ACF-47FFE312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4EF6-9EF5-A449-B2D6-E896714761E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819F90-522D-201C-37BF-19DDA0461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F69D82-531E-1562-BAB2-406D3D510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73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53ED76B-5769-7D38-9D4D-007C74C5A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D988BC-D54F-83F9-9052-1D97CE531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D5B95A-671D-0953-1973-207EED65F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964EF6-9EF5-A449-B2D6-E896714761EF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6D8008-C537-A5C5-9E24-62981B34B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94B118-DD13-CC3A-B29B-6566FD08F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86AE0-1154-B34F-8A98-7E8E5A5ACB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135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.xml"/><Relationship Id="rId5" Type="http://schemas.openxmlformats.org/officeDocument/2006/relationships/image" Target="../media/image5.png"/><Relationship Id="rId4" Type="http://schemas.openxmlformats.org/officeDocument/2006/relationships/customXml" Target="../ink/ink5.xml"/><Relationship Id="rId9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jpg"/><Relationship Id="rId7" Type="http://schemas.openxmlformats.org/officeDocument/2006/relationships/customXml" Target="../ink/ink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customXml" Target="../ink/ink7.xml"/><Relationship Id="rId4" Type="http://schemas.openxmlformats.org/officeDocument/2006/relationships/image" Target="../media/image1.jp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0" Type="http://schemas.openxmlformats.org/officeDocument/2006/relationships/image" Target="../media/image7.jpg"/><Relationship Id="rId4" Type="http://schemas.openxmlformats.org/officeDocument/2006/relationships/customXml" Target="../ink/ink9.xm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16.xml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14.xml"/><Relationship Id="rId1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22.xml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customXml" Target="../ink/ink21.xml"/><Relationship Id="rId5" Type="http://schemas.openxmlformats.org/officeDocument/2006/relationships/customXml" Target="../ink/ink18.xml"/><Relationship Id="rId15" Type="http://schemas.openxmlformats.org/officeDocument/2006/relationships/image" Target="../media/image18.sv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customXml" Target="../ink/ink20.xml"/><Relationship Id="rId1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13" Type="http://schemas.openxmlformats.org/officeDocument/2006/relationships/customXml" Target="../ink/ink28.xml"/><Relationship Id="rId3" Type="http://schemas.openxmlformats.org/officeDocument/2006/relationships/customXml" Target="../ink/ink23.xml"/><Relationship Id="rId7" Type="http://schemas.openxmlformats.org/officeDocument/2006/relationships/image" Target="../media/image21.png"/><Relationship Id="rId12" Type="http://schemas.openxmlformats.org/officeDocument/2006/relationships/image" Target="../media/image23.png"/><Relationship Id="rId17" Type="http://schemas.openxmlformats.org/officeDocument/2006/relationships/customXml" Target="../ink/ink31.xml"/><Relationship Id="rId2" Type="http://schemas.openxmlformats.org/officeDocument/2006/relationships/notesSlide" Target="../notesSlides/notesSlide19.xml"/><Relationship Id="rId16" Type="http://schemas.openxmlformats.org/officeDocument/2006/relationships/customXml" Target="../ink/ink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.xml"/><Relationship Id="rId11" Type="http://schemas.openxmlformats.org/officeDocument/2006/relationships/customXml" Target="../ink/ink27.xml"/><Relationship Id="rId5" Type="http://schemas.openxmlformats.org/officeDocument/2006/relationships/customXml" Target="../ink/ink24.xml"/><Relationship Id="rId15" Type="http://schemas.openxmlformats.org/officeDocument/2006/relationships/customXml" Target="../ink/ink29.xml"/><Relationship Id="rId10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customXml" Target="../ink/ink26.xml"/><Relationship Id="rId1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13" Type="http://schemas.openxmlformats.org/officeDocument/2006/relationships/customXml" Target="../ink/ink38.xml"/><Relationship Id="rId3" Type="http://schemas.openxmlformats.org/officeDocument/2006/relationships/customXml" Target="../ink/ink32.xml"/><Relationship Id="rId7" Type="http://schemas.openxmlformats.org/officeDocument/2006/relationships/image" Target="../media/image21.png"/><Relationship Id="rId12" Type="http://schemas.openxmlformats.org/officeDocument/2006/relationships/customXml" Target="../ink/ink3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.xml"/><Relationship Id="rId11" Type="http://schemas.openxmlformats.org/officeDocument/2006/relationships/customXml" Target="../ink/ink36.xml"/><Relationship Id="rId5" Type="http://schemas.openxmlformats.org/officeDocument/2006/relationships/customXml" Target="../ink/ink33.xml"/><Relationship Id="rId10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customXml" Target="../ink/ink3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13" Type="http://schemas.openxmlformats.org/officeDocument/2006/relationships/customXml" Target="../ink/ink45.xml"/><Relationship Id="rId3" Type="http://schemas.openxmlformats.org/officeDocument/2006/relationships/customXml" Target="../ink/ink39.xml"/><Relationship Id="rId7" Type="http://schemas.openxmlformats.org/officeDocument/2006/relationships/image" Target="../media/image21.png"/><Relationship Id="rId12" Type="http://schemas.openxmlformats.org/officeDocument/2006/relationships/customXml" Target="../ink/ink4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.xml"/><Relationship Id="rId11" Type="http://schemas.openxmlformats.org/officeDocument/2006/relationships/customXml" Target="../ink/ink43.xml"/><Relationship Id="rId5" Type="http://schemas.openxmlformats.org/officeDocument/2006/relationships/customXml" Target="../ink/ink40.xml"/><Relationship Id="rId10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customXml" Target="../ink/ink4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jp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customXml" Target="../ink/ink47.xml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19.png"/><Relationship Id="rId9" Type="http://schemas.openxmlformats.org/officeDocument/2006/relationships/customXml" Target="../ink/ink4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jp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customXml" Target="../ink/ink49.xml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19.png"/><Relationship Id="rId9" Type="http://schemas.openxmlformats.org/officeDocument/2006/relationships/customXml" Target="../ink/ink4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4">
            <a:extLst>
              <a:ext uri="{FF2B5EF4-FFF2-40B4-BE49-F238E27FC236}">
                <a16:creationId xmlns:a16="http://schemas.microsoft.com/office/drawing/2014/main" id="{24A598B6-169B-A943-39E7-E457952F9251}"/>
              </a:ext>
            </a:extLst>
          </p:cNvPr>
          <p:cNvSpPr/>
          <p:nvPr/>
        </p:nvSpPr>
        <p:spPr>
          <a:xfrm>
            <a:off x="1287293" y="252863"/>
            <a:ext cx="3101828" cy="1421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指揮デバイス</a:t>
            </a:r>
          </a:p>
        </p:txBody>
      </p:sp>
      <p:sp>
        <p:nvSpPr>
          <p:cNvPr id="10" name="下矢印 9">
            <a:extLst>
              <a:ext uri="{FF2B5EF4-FFF2-40B4-BE49-F238E27FC236}">
                <a16:creationId xmlns:a16="http://schemas.microsoft.com/office/drawing/2014/main" id="{BFF468F5-3CC6-EBC6-D065-3EEEA113E5CD}"/>
              </a:ext>
            </a:extLst>
          </p:cNvPr>
          <p:cNvSpPr/>
          <p:nvPr/>
        </p:nvSpPr>
        <p:spPr>
          <a:xfrm>
            <a:off x="2456634" y="1828871"/>
            <a:ext cx="774246" cy="70933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AD28F7A-DEFA-DC4F-BCFB-6A526813A92A}"/>
              </a:ext>
            </a:extLst>
          </p:cNvPr>
          <p:cNvSpPr txBox="1"/>
          <p:nvPr/>
        </p:nvSpPr>
        <p:spPr>
          <a:xfrm>
            <a:off x="3439198" y="1921927"/>
            <a:ext cx="2349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演奏開始情報</a:t>
            </a:r>
            <a:endParaRPr kumimoji="1" lang="en-US" altLang="ja-JP" sz="28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341DF09-D6B9-0C60-B756-983FC6E97346}"/>
              </a:ext>
            </a:extLst>
          </p:cNvPr>
          <p:cNvGrpSpPr/>
          <p:nvPr/>
        </p:nvGrpSpPr>
        <p:grpSpPr>
          <a:xfrm>
            <a:off x="5788580" y="681903"/>
            <a:ext cx="3096397" cy="1155112"/>
            <a:chOff x="7484628" y="1278157"/>
            <a:chExt cx="3096397" cy="1155112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DB32A436-227D-06CC-B925-2332C9F70254}"/>
                </a:ext>
              </a:extLst>
            </p:cNvPr>
            <p:cNvSpPr/>
            <p:nvPr/>
          </p:nvSpPr>
          <p:spPr>
            <a:xfrm rot="2256980">
              <a:off x="7814817" y="1567105"/>
              <a:ext cx="2766208" cy="2592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9794A544-11DD-7A35-895D-4C803F0AC8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4628" y="1278157"/>
              <a:ext cx="538603" cy="599912"/>
            </a:xfrm>
            <a:prstGeom prst="straightConnector1">
              <a:avLst/>
            </a:prstGeom>
            <a:ln w="476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002E5AE5-3F6E-5FF4-B74A-F67D878ACE86}"/>
                </a:ext>
              </a:extLst>
            </p:cNvPr>
            <p:cNvSpPr txBox="1"/>
            <p:nvPr/>
          </p:nvSpPr>
          <p:spPr>
            <a:xfrm>
              <a:off x="7725456" y="1971604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/>
                <a:t>上下に振る</a:t>
              </a:r>
              <a:endParaRPr kumimoji="1" lang="ja-JP" altLang="en-US" sz="2400"/>
            </a:p>
          </p:txBody>
        </p:sp>
      </p:grp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DA18F639-8ED9-D003-14BD-AE4AAC7A8150}"/>
              </a:ext>
            </a:extLst>
          </p:cNvPr>
          <p:cNvSpPr/>
          <p:nvPr/>
        </p:nvSpPr>
        <p:spPr>
          <a:xfrm>
            <a:off x="1287293" y="2538203"/>
            <a:ext cx="3101828" cy="1421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solidFill>
                  <a:schemeClr val="tx1"/>
                </a:solidFill>
              </a:rPr>
              <a:t>観覧車</a:t>
            </a:r>
            <a:endParaRPr lang="en-US" altLang="ja-JP" sz="36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デバイス</a:t>
            </a:r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D3A7EEF7-DDE8-215F-0A93-3D1BD32F7B6F}"/>
              </a:ext>
            </a:extLst>
          </p:cNvPr>
          <p:cNvSpPr/>
          <p:nvPr/>
        </p:nvSpPr>
        <p:spPr>
          <a:xfrm>
            <a:off x="2456634" y="4114589"/>
            <a:ext cx="774246" cy="70933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47725B6-4220-2C6C-8895-2B77F1900892}"/>
              </a:ext>
            </a:extLst>
          </p:cNvPr>
          <p:cNvSpPr txBox="1"/>
          <p:nvPr/>
        </p:nvSpPr>
        <p:spPr>
          <a:xfrm>
            <a:off x="3152081" y="4240356"/>
            <a:ext cx="3082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LED</a:t>
            </a:r>
            <a:r>
              <a:rPr lang="ja-JP" altLang="en-US" sz="2800"/>
              <a:t>光の初回検知</a:t>
            </a:r>
            <a:endParaRPr kumimoji="1" lang="en-US" altLang="ja-JP" sz="2800" dirty="0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E404E899-14FC-D6C0-2697-0F4CC678D386}"/>
              </a:ext>
            </a:extLst>
          </p:cNvPr>
          <p:cNvGrpSpPr/>
          <p:nvPr/>
        </p:nvGrpSpPr>
        <p:grpSpPr>
          <a:xfrm>
            <a:off x="5874642" y="2511940"/>
            <a:ext cx="1775732" cy="2045901"/>
            <a:chOff x="3817621" y="803979"/>
            <a:chExt cx="3208019" cy="3696101"/>
          </a:xfrm>
        </p:grpSpPr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64A7497D-04AD-52D2-98B3-2113AFBFE402}"/>
                </a:ext>
              </a:extLst>
            </p:cNvPr>
            <p:cNvGrpSpPr/>
            <p:nvPr/>
          </p:nvGrpSpPr>
          <p:grpSpPr>
            <a:xfrm>
              <a:off x="3817621" y="803979"/>
              <a:ext cx="3208019" cy="3696101"/>
              <a:chOff x="3802380" y="83958"/>
              <a:chExt cx="4556757" cy="5250042"/>
            </a:xfrm>
          </p:grpSpPr>
          <p:sp>
            <p:nvSpPr>
              <p:cNvPr id="37" name="フローチャート: 手作業 36">
                <a:extLst>
                  <a:ext uri="{FF2B5EF4-FFF2-40B4-BE49-F238E27FC236}">
                    <a16:creationId xmlns:a16="http://schemas.microsoft.com/office/drawing/2014/main" id="{862097B2-BB88-9752-6012-F611414115AF}"/>
                  </a:ext>
                </a:extLst>
              </p:cNvPr>
              <p:cNvSpPr/>
              <p:nvPr/>
            </p:nvSpPr>
            <p:spPr>
              <a:xfrm rot="10800000">
                <a:off x="5638800" y="2849889"/>
                <a:ext cx="914400" cy="248411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8" name="円/楕円 37">
                <a:extLst>
                  <a:ext uri="{FF2B5EF4-FFF2-40B4-BE49-F238E27FC236}">
                    <a16:creationId xmlns:a16="http://schemas.microsoft.com/office/drawing/2014/main" id="{E9B348F0-88E4-135B-BD03-79F7D1849C87}"/>
                  </a:ext>
                </a:extLst>
              </p:cNvPr>
              <p:cNvSpPr/>
              <p:nvPr/>
            </p:nvSpPr>
            <p:spPr>
              <a:xfrm>
                <a:off x="4358639" y="579120"/>
                <a:ext cx="3474720" cy="34747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6EE44AEF-97D9-6738-EBDE-3388B0D33701}"/>
                  </a:ext>
                </a:extLst>
              </p:cNvPr>
              <p:cNvCxnSpPr>
                <a:stCxn id="38" idx="2"/>
                <a:endCxn id="38" idx="6"/>
              </p:cNvCxnSpPr>
              <p:nvPr/>
            </p:nvCxnSpPr>
            <p:spPr>
              <a:xfrm>
                <a:off x="4358639" y="2316480"/>
                <a:ext cx="347472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線コネクタ 39">
                <a:extLst>
                  <a:ext uri="{FF2B5EF4-FFF2-40B4-BE49-F238E27FC236}">
                    <a16:creationId xmlns:a16="http://schemas.microsoft.com/office/drawing/2014/main" id="{5B28BC39-F3A2-5296-8447-F65CBC76140C}"/>
                  </a:ext>
                </a:extLst>
              </p:cNvPr>
              <p:cNvCxnSpPr>
                <a:cxnSpLocks/>
                <a:endCxn id="38" idx="0"/>
              </p:cNvCxnSpPr>
              <p:nvPr/>
            </p:nvCxnSpPr>
            <p:spPr>
              <a:xfrm flipV="1">
                <a:off x="6095999" y="579120"/>
                <a:ext cx="0" cy="38023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AC787C2A-D74B-8545-EC79-3E6807178C56}"/>
                  </a:ext>
                </a:extLst>
              </p:cNvPr>
              <p:cNvSpPr/>
              <p:nvPr/>
            </p:nvSpPr>
            <p:spPr>
              <a:xfrm>
                <a:off x="3802380" y="2232660"/>
                <a:ext cx="1112518" cy="1676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2" name="正方形/長方形 41">
                <a:extLst>
                  <a:ext uri="{FF2B5EF4-FFF2-40B4-BE49-F238E27FC236}">
                    <a16:creationId xmlns:a16="http://schemas.microsoft.com/office/drawing/2014/main" id="{D77CF1F1-13FA-294B-ACA2-3D88309A7DA7}"/>
                  </a:ext>
                </a:extLst>
              </p:cNvPr>
              <p:cNvSpPr/>
              <p:nvPr/>
            </p:nvSpPr>
            <p:spPr>
              <a:xfrm>
                <a:off x="5539740" y="4008126"/>
                <a:ext cx="1112518" cy="1676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3" name="正方形/長方形 42">
                <a:extLst>
                  <a:ext uri="{FF2B5EF4-FFF2-40B4-BE49-F238E27FC236}">
                    <a16:creationId xmlns:a16="http://schemas.microsoft.com/office/drawing/2014/main" id="{8BA70FD7-CF52-EDD7-3695-E10152F1CEF7}"/>
                  </a:ext>
                </a:extLst>
              </p:cNvPr>
              <p:cNvSpPr/>
              <p:nvPr/>
            </p:nvSpPr>
            <p:spPr>
              <a:xfrm>
                <a:off x="7246619" y="2232660"/>
                <a:ext cx="1112518" cy="1676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4" name="正方形/長方形 43">
                <a:extLst>
                  <a:ext uri="{FF2B5EF4-FFF2-40B4-BE49-F238E27FC236}">
                    <a16:creationId xmlns:a16="http://schemas.microsoft.com/office/drawing/2014/main" id="{BE5FB459-3574-A5F0-6446-84689BAF5AA4}"/>
                  </a:ext>
                </a:extLst>
              </p:cNvPr>
              <p:cNvSpPr/>
              <p:nvPr/>
            </p:nvSpPr>
            <p:spPr>
              <a:xfrm>
                <a:off x="5539740" y="579120"/>
                <a:ext cx="1112518" cy="1676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5" name="正方形/長方形 44">
                <a:extLst>
                  <a:ext uri="{FF2B5EF4-FFF2-40B4-BE49-F238E27FC236}">
                    <a16:creationId xmlns:a16="http://schemas.microsoft.com/office/drawing/2014/main" id="{E0676C12-38A4-B625-7C35-075887D43267}"/>
                  </a:ext>
                </a:extLst>
              </p:cNvPr>
              <p:cNvSpPr/>
              <p:nvPr/>
            </p:nvSpPr>
            <p:spPr>
              <a:xfrm rot="5400000">
                <a:off x="4131982" y="1792661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6" name="正方形/長方形 45">
                <a:extLst>
                  <a:ext uri="{FF2B5EF4-FFF2-40B4-BE49-F238E27FC236}">
                    <a16:creationId xmlns:a16="http://schemas.microsoft.com/office/drawing/2014/main" id="{4D5931D6-4287-BF7C-244E-F787C05DCC6F}"/>
                  </a:ext>
                </a:extLst>
              </p:cNvPr>
              <p:cNvSpPr/>
              <p:nvPr/>
            </p:nvSpPr>
            <p:spPr>
              <a:xfrm rot="5400000">
                <a:off x="5833155" y="3560406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5B9B449B-ABB6-483B-3F6E-E94454922F9C}"/>
                  </a:ext>
                </a:extLst>
              </p:cNvPr>
              <p:cNvSpPr/>
              <p:nvPr/>
            </p:nvSpPr>
            <p:spPr>
              <a:xfrm rot="5400000">
                <a:off x="7534328" y="1792661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200DCD02-D125-0A15-4AF4-D444A888CED1}"/>
                  </a:ext>
                </a:extLst>
              </p:cNvPr>
              <p:cNvSpPr/>
              <p:nvPr/>
            </p:nvSpPr>
            <p:spPr>
              <a:xfrm rot="5400000">
                <a:off x="5833155" y="169646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DC8138CF-CF46-2738-D531-8F80D5A5F337}"/>
                </a:ext>
              </a:extLst>
            </p:cNvPr>
            <p:cNvSpPr/>
            <p:nvPr/>
          </p:nvSpPr>
          <p:spPr>
            <a:xfrm>
              <a:off x="5066377" y="1989486"/>
              <a:ext cx="715920" cy="71592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1155E9B-40AE-940D-BA9E-683090BE2757}"/>
              </a:ext>
            </a:extLst>
          </p:cNvPr>
          <p:cNvSpPr txBox="1"/>
          <p:nvPr/>
        </p:nvSpPr>
        <p:spPr>
          <a:xfrm>
            <a:off x="7919936" y="324684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回転開始</a:t>
            </a:r>
            <a:endParaRPr kumimoji="1" lang="ja-JP" altLang="en-US" sz="2400"/>
          </a:p>
        </p:txBody>
      </p:sp>
      <p:sp>
        <p:nvSpPr>
          <p:cNvPr id="50" name="角丸四角形 49">
            <a:extLst>
              <a:ext uri="{FF2B5EF4-FFF2-40B4-BE49-F238E27FC236}">
                <a16:creationId xmlns:a16="http://schemas.microsoft.com/office/drawing/2014/main" id="{F95E1258-4119-F29C-38FA-0D865F32B233}"/>
              </a:ext>
            </a:extLst>
          </p:cNvPr>
          <p:cNvSpPr/>
          <p:nvPr/>
        </p:nvSpPr>
        <p:spPr>
          <a:xfrm>
            <a:off x="1287293" y="4999854"/>
            <a:ext cx="3101828" cy="1421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solidFill>
                  <a:schemeClr val="tx1"/>
                </a:solidFill>
              </a:rPr>
              <a:t>楽器</a:t>
            </a:r>
            <a:endParaRPr lang="en-US" altLang="ja-JP" sz="36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デバイス</a:t>
            </a:r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B7EB0F2E-AF84-C066-AB15-8DCDA880136D}"/>
              </a:ext>
            </a:extLst>
          </p:cNvPr>
          <p:cNvGrpSpPr/>
          <p:nvPr/>
        </p:nvGrpSpPr>
        <p:grpSpPr>
          <a:xfrm>
            <a:off x="8235334" y="4381606"/>
            <a:ext cx="2669373" cy="2322806"/>
            <a:chOff x="8728239" y="3788104"/>
            <a:chExt cx="3202784" cy="2786964"/>
          </a:xfrm>
        </p:grpSpPr>
        <p:pic>
          <p:nvPicPr>
            <p:cNvPr id="51" name="図 50">
              <a:extLst>
                <a:ext uri="{FF2B5EF4-FFF2-40B4-BE49-F238E27FC236}">
                  <a16:creationId xmlns:a16="http://schemas.microsoft.com/office/drawing/2014/main" id="{D5A51E60-4CA3-6086-6729-479FBA896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8239" y="4987568"/>
              <a:ext cx="1587500" cy="15875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CFEFCFC0-BDCF-6028-B89E-EDA46AA7B718}"/>
                    </a:ext>
                  </a:extLst>
                </p14:cNvPr>
                <p14:cNvContentPartPr/>
                <p14:nvPr/>
              </p14:nvContentPartPr>
              <p14:xfrm>
                <a:off x="9880103" y="3788104"/>
                <a:ext cx="28800" cy="1151640"/>
              </p14:xfrm>
            </p:contentPart>
          </mc:Choice>
          <mc:Fallback xmlns=""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CFEFCFC0-BDCF-6028-B89E-EDA46AA7B71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2796" y="3780763"/>
                  <a:ext cx="43415" cy="11663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3" name="インク 52">
                  <a:extLst>
                    <a:ext uri="{FF2B5EF4-FFF2-40B4-BE49-F238E27FC236}">
                      <a16:creationId xmlns:a16="http://schemas.microsoft.com/office/drawing/2014/main" id="{9B4DF4CA-E7AB-D7C9-BAC4-F741DA4F5B7C}"/>
                    </a:ext>
                  </a:extLst>
                </p14:cNvPr>
                <p14:cNvContentPartPr/>
                <p14:nvPr/>
              </p14:nvContentPartPr>
              <p14:xfrm>
                <a:off x="10562663" y="5093464"/>
                <a:ext cx="1368360" cy="473400"/>
              </p14:xfrm>
            </p:contentPart>
          </mc:Choice>
          <mc:Fallback xmlns="">
            <p:pic>
              <p:nvPicPr>
                <p:cNvPr id="53" name="インク 52">
                  <a:extLst>
                    <a:ext uri="{FF2B5EF4-FFF2-40B4-BE49-F238E27FC236}">
                      <a16:creationId xmlns:a16="http://schemas.microsoft.com/office/drawing/2014/main" id="{9B4DF4CA-E7AB-D7C9-BAC4-F741DA4F5B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55320" y="5086121"/>
                  <a:ext cx="1383046" cy="488086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54" name="図 53">
              <a:extLst>
                <a:ext uri="{FF2B5EF4-FFF2-40B4-BE49-F238E27FC236}">
                  <a16:creationId xmlns:a16="http://schemas.microsoft.com/office/drawing/2014/main" id="{5C9BF1CE-B3E5-7C88-5B32-EF6B670B2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9770630">
              <a:off x="9956693" y="3814119"/>
              <a:ext cx="1908071" cy="1431053"/>
            </a:xfrm>
            <a:prstGeom prst="rect">
              <a:avLst/>
            </a:prstGeom>
          </p:spPr>
        </p:pic>
      </p:grp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C2725CFE-D7F3-9736-3603-7B9BC88EAD4C}"/>
              </a:ext>
            </a:extLst>
          </p:cNvPr>
          <p:cNvSpPr txBox="1"/>
          <p:nvPr/>
        </p:nvSpPr>
        <p:spPr>
          <a:xfrm>
            <a:off x="5382656" y="5714432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各楽器の音色再生</a:t>
            </a:r>
          </a:p>
        </p:txBody>
      </p:sp>
    </p:spTree>
    <p:extLst>
      <p:ext uri="{BB962C8B-B14F-4D97-AF65-F5344CB8AC3E}">
        <p14:creationId xmlns:p14="http://schemas.microsoft.com/office/powerpoint/2010/main" val="239641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D3843-1887-6B4D-DE8B-EF76DBE7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4">
            <a:extLst>
              <a:ext uri="{FF2B5EF4-FFF2-40B4-BE49-F238E27FC236}">
                <a16:creationId xmlns:a16="http://schemas.microsoft.com/office/drawing/2014/main" id="{7EBD2B58-C16B-85DF-8594-219D89116EB2}"/>
              </a:ext>
            </a:extLst>
          </p:cNvPr>
          <p:cNvSpPr/>
          <p:nvPr/>
        </p:nvSpPr>
        <p:spPr>
          <a:xfrm>
            <a:off x="4023823" y="423862"/>
            <a:ext cx="3101828" cy="1421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指揮デバイス</a:t>
            </a:r>
          </a:p>
        </p:txBody>
      </p:sp>
      <p:sp>
        <p:nvSpPr>
          <p:cNvPr id="10" name="下矢印 9">
            <a:extLst>
              <a:ext uri="{FF2B5EF4-FFF2-40B4-BE49-F238E27FC236}">
                <a16:creationId xmlns:a16="http://schemas.microsoft.com/office/drawing/2014/main" id="{8DE8A9C3-1B4A-EF20-DF61-FA3A3496FC2D}"/>
              </a:ext>
            </a:extLst>
          </p:cNvPr>
          <p:cNvSpPr/>
          <p:nvPr/>
        </p:nvSpPr>
        <p:spPr>
          <a:xfrm rot="2150160">
            <a:off x="3132668" y="2032755"/>
            <a:ext cx="774246" cy="70933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DEC6FFD-8F18-779F-172E-18E74894CB73}"/>
              </a:ext>
            </a:extLst>
          </p:cNvPr>
          <p:cNvSpPr txBox="1"/>
          <p:nvPr/>
        </p:nvSpPr>
        <p:spPr>
          <a:xfrm>
            <a:off x="4424053" y="2106447"/>
            <a:ext cx="2349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演奏開始情報</a:t>
            </a:r>
            <a:endParaRPr kumimoji="1" lang="en-US" altLang="ja-JP" sz="2800" dirty="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3678A3E-2981-2075-4FCE-181393B9BD1B}"/>
              </a:ext>
            </a:extLst>
          </p:cNvPr>
          <p:cNvGrpSpPr/>
          <p:nvPr/>
        </p:nvGrpSpPr>
        <p:grpSpPr>
          <a:xfrm>
            <a:off x="7607584" y="681903"/>
            <a:ext cx="3096397" cy="1155112"/>
            <a:chOff x="7484628" y="1278157"/>
            <a:chExt cx="3096397" cy="1155112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74C275EF-B39A-4EFD-C435-94397CB60327}"/>
                </a:ext>
              </a:extLst>
            </p:cNvPr>
            <p:cNvSpPr/>
            <p:nvPr/>
          </p:nvSpPr>
          <p:spPr>
            <a:xfrm rot="2256980">
              <a:off x="7814817" y="1567105"/>
              <a:ext cx="2766208" cy="25922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7065C5E5-6CCE-11F9-63C0-9CC9BF8B97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4628" y="1278157"/>
              <a:ext cx="538603" cy="599912"/>
            </a:xfrm>
            <a:prstGeom prst="straightConnector1">
              <a:avLst/>
            </a:prstGeom>
            <a:ln w="476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D561D61D-C1F2-22A7-4CB6-9E83EBF0E66C}"/>
                </a:ext>
              </a:extLst>
            </p:cNvPr>
            <p:cNvSpPr txBox="1"/>
            <p:nvPr/>
          </p:nvSpPr>
          <p:spPr>
            <a:xfrm>
              <a:off x="7725456" y="1971604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/>
                <a:t>上下に振る</a:t>
              </a:r>
              <a:endParaRPr kumimoji="1" lang="ja-JP" altLang="en-US" sz="2400"/>
            </a:p>
          </p:txBody>
        </p:sp>
      </p:grp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A0DAEFF3-9E52-3BDB-C4F6-CEE149DB7B9B}"/>
              </a:ext>
            </a:extLst>
          </p:cNvPr>
          <p:cNvSpPr/>
          <p:nvPr/>
        </p:nvSpPr>
        <p:spPr>
          <a:xfrm>
            <a:off x="244599" y="2963183"/>
            <a:ext cx="3101828" cy="1421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solidFill>
                  <a:schemeClr val="tx1"/>
                </a:solidFill>
              </a:rPr>
              <a:t>観覧車</a:t>
            </a:r>
            <a:endParaRPr lang="en-US" altLang="ja-JP" sz="36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デバイス</a:t>
            </a:r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2E863BD2-C20D-4EF2-10F4-B688DCDB92A5}"/>
              </a:ext>
            </a:extLst>
          </p:cNvPr>
          <p:cNvSpPr/>
          <p:nvPr/>
        </p:nvSpPr>
        <p:spPr>
          <a:xfrm rot="19474267">
            <a:off x="7205125" y="2035812"/>
            <a:ext cx="774246" cy="70933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6A73FE5D-24BF-A6C6-B487-180E785C25E6}"/>
              </a:ext>
            </a:extLst>
          </p:cNvPr>
          <p:cNvSpPr txBox="1"/>
          <p:nvPr/>
        </p:nvSpPr>
        <p:spPr>
          <a:xfrm>
            <a:off x="622158" y="519925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回転開始</a:t>
            </a:r>
            <a:endParaRPr kumimoji="1" lang="ja-JP" altLang="en-US" sz="2800"/>
          </a:p>
        </p:txBody>
      </p:sp>
      <p:sp>
        <p:nvSpPr>
          <p:cNvPr id="50" name="角丸四角形 49">
            <a:extLst>
              <a:ext uri="{FF2B5EF4-FFF2-40B4-BE49-F238E27FC236}">
                <a16:creationId xmlns:a16="http://schemas.microsoft.com/office/drawing/2014/main" id="{5B889D85-C632-E2BF-3164-2F22E170529E}"/>
              </a:ext>
            </a:extLst>
          </p:cNvPr>
          <p:cNvSpPr/>
          <p:nvPr/>
        </p:nvSpPr>
        <p:spPr>
          <a:xfrm>
            <a:off x="7769963" y="2968614"/>
            <a:ext cx="3101828" cy="1421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solidFill>
                  <a:schemeClr val="tx1"/>
                </a:solidFill>
              </a:rPr>
              <a:t>楽器</a:t>
            </a:r>
            <a:endParaRPr lang="en-US" altLang="ja-JP" sz="36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デバイス</a:t>
            </a:r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6156EDF6-0F2C-1FF8-57CE-BDEA16A1DA5F}"/>
              </a:ext>
            </a:extLst>
          </p:cNvPr>
          <p:cNvGrpSpPr/>
          <p:nvPr/>
        </p:nvGrpSpPr>
        <p:grpSpPr>
          <a:xfrm>
            <a:off x="9320877" y="4768023"/>
            <a:ext cx="2225302" cy="1936389"/>
            <a:chOff x="8728239" y="3788104"/>
            <a:chExt cx="3202784" cy="2786964"/>
          </a:xfrm>
        </p:grpSpPr>
        <p:pic>
          <p:nvPicPr>
            <p:cNvPr id="51" name="図 50">
              <a:extLst>
                <a:ext uri="{FF2B5EF4-FFF2-40B4-BE49-F238E27FC236}">
                  <a16:creationId xmlns:a16="http://schemas.microsoft.com/office/drawing/2014/main" id="{4E642F00-B98A-B371-3713-386FE85DB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8239" y="4987568"/>
              <a:ext cx="1587500" cy="15875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062707E7-7C01-E40F-DD23-B90A94529436}"/>
                    </a:ext>
                  </a:extLst>
                </p14:cNvPr>
                <p14:cNvContentPartPr/>
                <p14:nvPr/>
              </p14:nvContentPartPr>
              <p14:xfrm>
                <a:off x="9880103" y="3788104"/>
                <a:ext cx="28800" cy="1151640"/>
              </p14:xfrm>
            </p:contentPart>
          </mc:Choice>
          <mc:Fallback xmlns=""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062707E7-7C01-E40F-DD23-B90A945294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1360" y="3779297"/>
                  <a:ext cx="46286" cy="11692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3" name="インク 52">
                  <a:extLst>
                    <a:ext uri="{FF2B5EF4-FFF2-40B4-BE49-F238E27FC236}">
                      <a16:creationId xmlns:a16="http://schemas.microsoft.com/office/drawing/2014/main" id="{34745535-FAD3-A6CE-F1A5-2F51531A3B86}"/>
                    </a:ext>
                  </a:extLst>
                </p14:cNvPr>
                <p14:cNvContentPartPr/>
                <p14:nvPr/>
              </p14:nvContentPartPr>
              <p14:xfrm>
                <a:off x="10562663" y="5093464"/>
                <a:ext cx="1368360" cy="473400"/>
              </p14:xfrm>
            </p:contentPart>
          </mc:Choice>
          <mc:Fallback xmlns="">
            <p:pic>
              <p:nvPicPr>
                <p:cNvPr id="53" name="インク 52">
                  <a:extLst>
                    <a:ext uri="{FF2B5EF4-FFF2-40B4-BE49-F238E27FC236}">
                      <a16:creationId xmlns:a16="http://schemas.microsoft.com/office/drawing/2014/main" id="{34745535-FAD3-A6CE-F1A5-2F51531A3B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53855" y="5084659"/>
                  <a:ext cx="1385976" cy="491010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54" name="図 53">
              <a:extLst>
                <a:ext uri="{FF2B5EF4-FFF2-40B4-BE49-F238E27FC236}">
                  <a16:creationId xmlns:a16="http://schemas.microsoft.com/office/drawing/2014/main" id="{7C23BC12-1D61-98DA-223A-E1C230048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9770630">
              <a:off x="9956693" y="3814119"/>
              <a:ext cx="1908071" cy="1431053"/>
            </a:xfrm>
            <a:prstGeom prst="rect">
              <a:avLst/>
            </a:prstGeom>
          </p:spPr>
        </p:pic>
      </p:grp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4232DB43-024F-F418-3150-0CFD427CFDD1}"/>
              </a:ext>
            </a:extLst>
          </p:cNvPr>
          <p:cNvSpPr txBox="1"/>
          <p:nvPr/>
        </p:nvSpPr>
        <p:spPr>
          <a:xfrm>
            <a:off x="7470401" y="520471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演奏開始</a:t>
            </a:r>
            <a:endParaRPr kumimoji="1" lang="ja-JP" altLang="en-US" sz="280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B0F34F6A-7179-BA4D-A135-EC0508DA5732}"/>
              </a:ext>
            </a:extLst>
          </p:cNvPr>
          <p:cNvGrpSpPr/>
          <p:nvPr/>
        </p:nvGrpSpPr>
        <p:grpSpPr>
          <a:xfrm>
            <a:off x="2998306" y="4222221"/>
            <a:ext cx="1646902" cy="2445902"/>
            <a:chOff x="5888474" y="867622"/>
            <a:chExt cx="2756018" cy="4434058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A68D96D3-0DA2-7BFA-00B0-ABEACA592D98}"/>
                </a:ext>
              </a:extLst>
            </p:cNvPr>
            <p:cNvGrpSpPr/>
            <p:nvPr/>
          </p:nvGrpSpPr>
          <p:grpSpPr>
            <a:xfrm>
              <a:off x="5888474" y="867622"/>
              <a:ext cx="2756018" cy="4434058"/>
              <a:chOff x="4024191" y="1027860"/>
              <a:chExt cx="2756018" cy="4434058"/>
            </a:xfrm>
          </p:grpSpPr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D5BB1439-A816-CBD3-B398-BA9541622649}"/>
                  </a:ext>
                </a:extLst>
              </p:cNvPr>
              <p:cNvSpPr/>
              <p:nvPr/>
            </p:nvSpPr>
            <p:spPr>
              <a:xfrm rot="10800000">
                <a:off x="4024191" y="2250985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D9545DD1-388D-6A28-019D-8AA57B351A89}"/>
                  </a:ext>
                </a:extLst>
              </p:cNvPr>
              <p:cNvGrpSpPr/>
              <p:nvPr/>
            </p:nvGrpSpPr>
            <p:grpSpPr>
              <a:xfrm>
                <a:off x="4209236" y="1027860"/>
                <a:ext cx="2570973" cy="4434058"/>
                <a:chOff x="4209236" y="1027860"/>
                <a:chExt cx="2570973" cy="4434058"/>
              </a:xfrm>
            </p:grpSpPr>
            <p:sp>
              <p:nvSpPr>
                <p:cNvPr id="14" name="正方形/長方形 13">
                  <a:extLst>
                    <a:ext uri="{FF2B5EF4-FFF2-40B4-BE49-F238E27FC236}">
                      <a16:creationId xmlns:a16="http://schemas.microsoft.com/office/drawing/2014/main" id="{4EB1A867-54A6-C08F-D93B-29F0A1843003}"/>
                    </a:ext>
                  </a:extLst>
                </p:cNvPr>
                <p:cNvSpPr/>
                <p:nvPr/>
              </p:nvSpPr>
              <p:spPr>
                <a:xfrm rot="10800000">
                  <a:off x="5247316" y="1027860"/>
                  <a:ext cx="370092" cy="249440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15" name="グループ化 14">
                  <a:extLst>
                    <a:ext uri="{FF2B5EF4-FFF2-40B4-BE49-F238E27FC236}">
                      <a16:creationId xmlns:a16="http://schemas.microsoft.com/office/drawing/2014/main" id="{EB5E56BF-C34F-8C3B-0C88-2717F621716F}"/>
                    </a:ext>
                  </a:extLst>
                </p:cNvPr>
                <p:cNvGrpSpPr/>
                <p:nvPr/>
              </p:nvGrpSpPr>
              <p:grpSpPr>
                <a:xfrm>
                  <a:off x="4209236" y="1152580"/>
                  <a:ext cx="2570973" cy="4309338"/>
                  <a:chOff x="4209236" y="1152580"/>
                  <a:chExt cx="2570973" cy="4309338"/>
                </a:xfrm>
              </p:grpSpPr>
              <p:grpSp>
                <p:nvGrpSpPr>
                  <p:cNvPr id="16" name="グループ化 15">
                    <a:extLst>
                      <a:ext uri="{FF2B5EF4-FFF2-40B4-BE49-F238E27FC236}">
                        <a16:creationId xmlns:a16="http://schemas.microsoft.com/office/drawing/2014/main" id="{A9817477-53F0-5315-4F42-FD092C3C63CC}"/>
                      </a:ext>
                    </a:extLst>
                  </p:cNvPr>
                  <p:cNvGrpSpPr/>
                  <p:nvPr/>
                </p:nvGrpSpPr>
                <p:grpSpPr>
                  <a:xfrm>
                    <a:off x="4209236" y="1152580"/>
                    <a:ext cx="2570973" cy="4309338"/>
                    <a:chOff x="4358638" y="579120"/>
                    <a:chExt cx="3651878" cy="6121100"/>
                  </a:xfrm>
                </p:grpSpPr>
                <p:sp>
                  <p:nvSpPr>
                    <p:cNvPr id="18" name="正方形/長方形 17">
                      <a:extLst>
                        <a:ext uri="{FF2B5EF4-FFF2-40B4-BE49-F238E27FC236}">
                          <a16:creationId xmlns:a16="http://schemas.microsoft.com/office/drawing/2014/main" id="{3D43F6C6-289D-0E40-7B42-DC0D38BD92D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7484828" y="2155053"/>
                      <a:ext cx="525688" cy="354311"/>
                    </a:xfrm>
                    <a:prstGeom prst="rect">
                      <a:avLst/>
                    </a:prstGeom>
                    <a:solidFill>
                      <a:srgbClr val="92D05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9" name="フローチャート: 手作業 18">
                      <a:extLst>
                        <a:ext uri="{FF2B5EF4-FFF2-40B4-BE49-F238E27FC236}">
                          <a16:creationId xmlns:a16="http://schemas.microsoft.com/office/drawing/2014/main" id="{5D6104BB-4B94-2162-99FF-DEDB69D09B8A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638801" y="2849889"/>
                      <a:ext cx="914400" cy="2484111"/>
                    </a:xfrm>
                    <a:prstGeom prst="flowChartManualOperation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20" name="円/楕円 19">
                      <a:extLst>
                        <a:ext uri="{FF2B5EF4-FFF2-40B4-BE49-F238E27FC236}">
                          <a16:creationId xmlns:a16="http://schemas.microsoft.com/office/drawing/2014/main" id="{8CB4757D-690C-60D8-0103-FA86D8E79E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8639" y="579120"/>
                      <a:ext cx="3474721" cy="347472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cxnSp>
                  <p:nvCxnSpPr>
                    <p:cNvPr id="21" name="直線コネクタ 20">
                      <a:extLst>
                        <a:ext uri="{FF2B5EF4-FFF2-40B4-BE49-F238E27FC236}">
                          <a16:creationId xmlns:a16="http://schemas.microsoft.com/office/drawing/2014/main" id="{DFFF2872-484A-9AB5-123C-8E8754812F12}"/>
                        </a:ext>
                      </a:extLst>
                    </p:cNvPr>
                    <p:cNvCxnSpPr>
                      <a:cxnSpLocks/>
                      <a:stCxn id="20" idx="2"/>
                      <a:endCxn id="20" idx="6"/>
                    </p:cNvCxnSpPr>
                    <p:nvPr/>
                  </p:nvCxnSpPr>
                  <p:spPr>
                    <a:xfrm>
                      <a:off x="4358638" y="2316480"/>
                      <a:ext cx="3474722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直線コネクタ 22">
                      <a:extLst>
                        <a:ext uri="{FF2B5EF4-FFF2-40B4-BE49-F238E27FC236}">
                          <a16:creationId xmlns:a16="http://schemas.microsoft.com/office/drawing/2014/main" id="{62659BFF-E810-A4B2-10E6-8D5E2EE4892B}"/>
                        </a:ext>
                      </a:extLst>
                    </p:cNvPr>
                    <p:cNvCxnSpPr>
                      <a:cxnSpLocks/>
                      <a:endCxn id="20" idx="0"/>
                    </p:cNvCxnSpPr>
                    <p:nvPr/>
                  </p:nvCxnSpPr>
                  <p:spPr>
                    <a:xfrm flipV="1">
                      <a:off x="6096000" y="579120"/>
                      <a:ext cx="0" cy="3802379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" name="正方形/長方形 23">
                      <a:extLst>
                        <a:ext uri="{FF2B5EF4-FFF2-40B4-BE49-F238E27FC236}">
                          <a16:creationId xmlns:a16="http://schemas.microsoft.com/office/drawing/2014/main" id="{DE0F59C7-DBEF-D929-B2FD-A038596190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91883" y="5334001"/>
                      <a:ext cx="2236889" cy="136621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17" name="正方形/長方形 16">
                    <a:extLst>
                      <a:ext uri="{FF2B5EF4-FFF2-40B4-BE49-F238E27FC236}">
                        <a16:creationId xmlns:a16="http://schemas.microsoft.com/office/drawing/2014/main" id="{60B3328D-0ECB-CCE3-882F-AE8F21F36C1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69798" y="3498149"/>
                    <a:ext cx="370092" cy="249440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9" name="角丸四角形 8">
              <a:extLst>
                <a:ext uri="{FF2B5EF4-FFF2-40B4-BE49-F238E27FC236}">
                  <a16:creationId xmlns:a16="http://schemas.microsoft.com/office/drawing/2014/main" id="{A3C362BF-A3AE-893D-5CA6-618762CEB6FB}"/>
                </a:ext>
              </a:extLst>
            </p:cNvPr>
            <p:cNvSpPr/>
            <p:nvPr/>
          </p:nvSpPr>
          <p:spPr>
            <a:xfrm>
              <a:off x="6974771" y="4462801"/>
              <a:ext cx="715920" cy="7159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25" name="曲線コネクタ 24">
            <a:extLst>
              <a:ext uri="{FF2B5EF4-FFF2-40B4-BE49-F238E27FC236}">
                <a16:creationId xmlns:a16="http://schemas.microsoft.com/office/drawing/2014/main" id="{E3E4F328-987A-FB1E-B535-5072011588FF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64100" y="4018473"/>
            <a:ext cx="827898" cy="997790"/>
          </a:xfrm>
          <a:prstGeom prst="curvedConnector4">
            <a:avLst>
              <a:gd name="adj1" fmla="val -27612"/>
              <a:gd name="adj2" fmla="val 137783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415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5485FCF0-86DC-58BD-B290-650C1FAFF0E3}"/>
              </a:ext>
            </a:extLst>
          </p:cNvPr>
          <p:cNvGrpSpPr/>
          <p:nvPr/>
        </p:nvGrpSpPr>
        <p:grpSpPr>
          <a:xfrm>
            <a:off x="479366" y="817471"/>
            <a:ext cx="3690051" cy="932815"/>
            <a:chOff x="378366" y="140731"/>
            <a:chExt cx="4260540" cy="932815"/>
          </a:xfrm>
        </p:grpSpPr>
        <p:sp>
          <p:nvSpPr>
            <p:cNvPr id="2" name="左中かっこ 1">
              <a:extLst>
                <a:ext uri="{FF2B5EF4-FFF2-40B4-BE49-F238E27FC236}">
                  <a16:creationId xmlns:a16="http://schemas.microsoft.com/office/drawing/2014/main" id="{768D619F-C5C1-E805-5A14-F22F113A1A82}"/>
                </a:ext>
              </a:extLst>
            </p:cNvPr>
            <p:cNvSpPr/>
            <p:nvPr/>
          </p:nvSpPr>
          <p:spPr>
            <a:xfrm rot="5400000">
              <a:off x="2284509" y="-1280850"/>
              <a:ext cx="448253" cy="426054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235844E8-35B5-6BA3-0D30-C2F5A85FB143}"/>
                </a:ext>
              </a:extLst>
            </p:cNvPr>
            <p:cNvSpPr txBox="1"/>
            <p:nvPr/>
          </p:nvSpPr>
          <p:spPr>
            <a:xfrm>
              <a:off x="1494290" y="140731"/>
              <a:ext cx="1569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ユーザが操作</a:t>
              </a:r>
            </a:p>
          </p:txBody>
        </p:sp>
      </p:grpSp>
      <p:pic>
        <p:nvPicPr>
          <p:cNvPr id="6" name="図 5">
            <a:extLst>
              <a:ext uri="{FF2B5EF4-FFF2-40B4-BE49-F238E27FC236}">
                <a16:creationId xmlns:a16="http://schemas.microsoft.com/office/drawing/2014/main" id="{76C551DC-935D-52A6-E339-438F93F74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06" y="2641400"/>
            <a:ext cx="3030811" cy="226732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D79BBE6-3A9B-97FE-DDF5-D07AF4AB980D}"/>
              </a:ext>
            </a:extLst>
          </p:cNvPr>
          <p:cNvSpPr txBox="1"/>
          <p:nvPr/>
        </p:nvSpPr>
        <p:spPr>
          <a:xfrm>
            <a:off x="859054" y="206450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タクトスイッチ</a:t>
            </a:r>
          </a:p>
        </p:txBody>
      </p:sp>
      <p:sp>
        <p:nvSpPr>
          <p:cNvPr id="8" name="下矢印 7">
            <a:extLst>
              <a:ext uri="{FF2B5EF4-FFF2-40B4-BE49-F238E27FC236}">
                <a16:creationId xmlns:a16="http://schemas.microsoft.com/office/drawing/2014/main" id="{A298AC16-6B95-82D1-B998-2973082FAF50}"/>
              </a:ext>
            </a:extLst>
          </p:cNvPr>
          <p:cNvSpPr/>
          <p:nvPr/>
        </p:nvSpPr>
        <p:spPr>
          <a:xfrm rot="16200000">
            <a:off x="5495322" y="3146171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1D2257C-CAE0-1EBB-FEFA-A56F8746DA47}"/>
              </a:ext>
            </a:extLst>
          </p:cNvPr>
          <p:cNvSpPr txBox="1"/>
          <p:nvPr/>
        </p:nvSpPr>
        <p:spPr>
          <a:xfrm>
            <a:off x="4593645" y="2358506"/>
            <a:ext cx="2871299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演奏の開始</a:t>
            </a:r>
            <a:r>
              <a:rPr kumimoji="1" lang="en-US" altLang="ja-JP" sz="2800" dirty="0"/>
              <a:t>/</a:t>
            </a:r>
            <a:r>
              <a:rPr kumimoji="1" lang="ja-JP" altLang="en-US" sz="2800"/>
              <a:t>終了</a:t>
            </a: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BBE2C866-D048-F502-D6B4-18154716DF5F}"/>
              </a:ext>
            </a:extLst>
          </p:cNvPr>
          <p:cNvSpPr/>
          <p:nvPr/>
        </p:nvSpPr>
        <p:spPr>
          <a:xfrm>
            <a:off x="8311826" y="5028063"/>
            <a:ext cx="2965422" cy="7504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>
                <a:solidFill>
                  <a:schemeClr val="tx1"/>
                </a:solidFill>
              </a:rPr>
              <a:t>楽器</a:t>
            </a:r>
            <a:r>
              <a:rPr kumimoji="1" lang="ja-JP" altLang="en-US" sz="2800">
                <a:solidFill>
                  <a:schemeClr val="tx1"/>
                </a:solidFill>
              </a:rPr>
              <a:t>デバイス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31736BD7-6F63-A326-648F-78DB55E772B7}"/>
              </a:ext>
            </a:extLst>
          </p:cNvPr>
          <p:cNvSpPr/>
          <p:nvPr/>
        </p:nvSpPr>
        <p:spPr>
          <a:xfrm>
            <a:off x="8265739" y="589801"/>
            <a:ext cx="2965422" cy="7504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>
                <a:solidFill>
                  <a:schemeClr val="tx1"/>
                </a:solidFill>
              </a:rPr>
              <a:t>観覧車デバイス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EA4D2A6-E4EA-48F6-003A-5C3585B925CD}"/>
              </a:ext>
            </a:extLst>
          </p:cNvPr>
          <p:cNvGrpSpPr/>
          <p:nvPr/>
        </p:nvGrpSpPr>
        <p:grpSpPr>
          <a:xfrm>
            <a:off x="8311826" y="1767330"/>
            <a:ext cx="1626399" cy="2651590"/>
            <a:chOff x="6006251" y="808423"/>
            <a:chExt cx="2756018" cy="4493257"/>
          </a:xfrm>
        </p:grpSpPr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8CC55554-A14F-AA3F-E834-2653813BB963}"/>
                </a:ext>
              </a:extLst>
            </p:cNvPr>
            <p:cNvGrpSpPr/>
            <p:nvPr/>
          </p:nvGrpSpPr>
          <p:grpSpPr>
            <a:xfrm>
              <a:off x="6006251" y="867622"/>
              <a:ext cx="2756018" cy="4434058"/>
              <a:chOff x="5888474" y="867622"/>
              <a:chExt cx="2756018" cy="4434058"/>
            </a:xfrm>
          </p:grpSpPr>
          <p:grpSp>
            <p:nvGrpSpPr>
              <p:cNvPr id="22" name="グループ化 21">
                <a:extLst>
                  <a:ext uri="{FF2B5EF4-FFF2-40B4-BE49-F238E27FC236}">
                    <a16:creationId xmlns:a16="http://schemas.microsoft.com/office/drawing/2014/main" id="{2DC505CE-61D1-7217-81EE-0C59E7B9A329}"/>
                  </a:ext>
                </a:extLst>
              </p:cNvPr>
              <p:cNvGrpSpPr/>
              <p:nvPr/>
            </p:nvGrpSpPr>
            <p:grpSpPr>
              <a:xfrm>
                <a:off x="5888474" y="867622"/>
                <a:ext cx="2756018" cy="4434058"/>
                <a:chOff x="4024191" y="1027860"/>
                <a:chExt cx="2756018" cy="4434058"/>
              </a:xfrm>
            </p:grpSpPr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13F9051B-F119-1395-1F4D-3648DD034D45}"/>
                    </a:ext>
                  </a:extLst>
                </p:cNvPr>
                <p:cNvSpPr/>
                <p:nvPr/>
              </p:nvSpPr>
              <p:spPr>
                <a:xfrm rot="10800000">
                  <a:off x="4024191" y="2250985"/>
                  <a:ext cx="370092" cy="249440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25" name="グループ化 24">
                  <a:extLst>
                    <a:ext uri="{FF2B5EF4-FFF2-40B4-BE49-F238E27FC236}">
                      <a16:creationId xmlns:a16="http://schemas.microsoft.com/office/drawing/2014/main" id="{8D8EF94E-CDCD-8CB1-3680-1920CE7D3D2E}"/>
                    </a:ext>
                  </a:extLst>
                </p:cNvPr>
                <p:cNvGrpSpPr/>
                <p:nvPr/>
              </p:nvGrpSpPr>
              <p:grpSpPr>
                <a:xfrm>
                  <a:off x="4209236" y="1027860"/>
                  <a:ext cx="2570973" cy="4434058"/>
                  <a:chOff x="4209236" y="1027860"/>
                  <a:chExt cx="2570973" cy="4434058"/>
                </a:xfrm>
              </p:grpSpPr>
              <p:sp>
                <p:nvSpPr>
                  <p:cNvPr id="26" name="正方形/長方形 25">
                    <a:extLst>
                      <a:ext uri="{FF2B5EF4-FFF2-40B4-BE49-F238E27FC236}">
                        <a16:creationId xmlns:a16="http://schemas.microsoft.com/office/drawing/2014/main" id="{0B26DED3-291B-4A93-5698-DB40D29CD03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47316" y="1027860"/>
                    <a:ext cx="370092" cy="249440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grpSp>
                <p:nvGrpSpPr>
                  <p:cNvPr id="27" name="グループ化 26">
                    <a:extLst>
                      <a:ext uri="{FF2B5EF4-FFF2-40B4-BE49-F238E27FC236}">
                        <a16:creationId xmlns:a16="http://schemas.microsoft.com/office/drawing/2014/main" id="{6052B8B1-8942-9BAC-91F1-68F4FB4F9DC1}"/>
                      </a:ext>
                    </a:extLst>
                  </p:cNvPr>
                  <p:cNvGrpSpPr/>
                  <p:nvPr/>
                </p:nvGrpSpPr>
                <p:grpSpPr>
                  <a:xfrm>
                    <a:off x="4209236" y="1152580"/>
                    <a:ext cx="2570973" cy="4309338"/>
                    <a:chOff x="4209236" y="1152580"/>
                    <a:chExt cx="2570973" cy="4309338"/>
                  </a:xfrm>
                </p:grpSpPr>
                <p:grpSp>
                  <p:nvGrpSpPr>
                    <p:cNvPr id="28" name="グループ化 27">
                      <a:extLst>
                        <a:ext uri="{FF2B5EF4-FFF2-40B4-BE49-F238E27FC236}">
                          <a16:creationId xmlns:a16="http://schemas.microsoft.com/office/drawing/2014/main" id="{2151948F-E99C-061E-0032-4844549B9BD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09236" y="1152580"/>
                      <a:ext cx="2570973" cy="4309338"/>
                      <a:chOff x="4358638" y="579120"/>
                      <a:chExt cx="3651878" cy="6121100"/>
                    </a:xfrm>
                  </p:grpSpPr>
                  <p:sp>
                    <p:nvSpPr>
                      <p:cNvPr id="30" name="正方形/長方形 29">
                        <a:extLst>
                          <a:ext uri="{FF2B5EF4-FFF2-40B4-BE49-F238E27FC236}">
                            <a16:creationId xmlns:a16="http://schemas.microsoft.com/office/drawing/2014/main" id="{0737D9F1-6111-C815-DBC0-F4781E46C7C8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7484828" y="2155053"/>
                        <a:ext cx="525688" cy="354311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1" name="フローチャート: 手作業 30">
                        <a:extLst>
                          <a:ext uri="{FF2B5EF4-FFF2-40B4-BE49-F238E27FC236}">
                            <a16:creationId xmlns:a16="http://schemas.microsoft.com/office/drawing/2014/main" id="{39266FFF-8CA9-7FF2-1B98-DBB0EFAC72E4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638801" y="2849889"/>
                        <a:ext cx="914400" cy="2484111"/>
                      </a:xfrm>
                      <a:prstGeom prst="flowChartManualOperation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2" name="円/楕円 31">
                        <a:extLst>
                          <a:ext uri="{FF2B5EF4-FFF2-40B4-BE49-F238E27FC236}">
                            <a16:creationId xmlns:a16="http://schemas.microsoft.com/office/drawing/2014/main" id="{8CF3CF8E-18D6-9547-3933-5E58736F1A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8639" y="579120"/>
                        <a:ext cx="3474721" cy="347472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cxnSp>
                    <p:nvCxnSpPr>
                      <p:cNvPr id="33" name="直線コネクタ 32">
                        <a:extLst>
                          <a:ext uri="{FF2B5EF4-FFF2-40B4-BE49-F238E27FC236}">
                            <a16:creationId xmlns:a16="http://schemas.microsoft.com/office/drawing/2014/main" id="{DEF7F81B-FA67-8105-0CFB-CE151B58A66E}"/>
                          </a:ext>
                        </a:extLst>
                      </p:cNvPr>
                      <p:cNvCxnSpPr>
                        <a:cxnSpLocks/>
                        <a:stCxn id="32" idx="2"/>
                        <a:endCxn id="32" idx="6"/>
                      </p:cNvCxnSpPr>
                      <p:nvPr/>
                    </p:nvCxnSpPr>
                    <p:spPr>
                      <a:xfrm>
                        <a:off x="4358638" y="2316480"/>
                        <a:ext cx="3474722" cy="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4" name="直線コネクタ 33">
                        <a:extLst>
                          <a:ext uri="{FF2B5EF4-FFF2-40B4-BE49-F238E27FC236}">
                            <a16:creationId xmlns:a16="http://schemas.microsoft.com/office/drawing/2014/main" id="{3331FE8B-E0CC-A6AC-3BC2-B8C0D62DF337}"/>
                          </a:ext>
                        </a:extLst>
                      </p:cNvPr>
                      <p:cNvCxnSpPr>
                        <a:cxnSpLocks/>
                        <a:endCxn id="32" idx="0"/>
                      </p:cNvCxnSpPr>
                      <p:nvPr/>
                    </p:nvCxnSpPr>
                    <p:spPr>
                      <a:xfrm flipV="1">
                        <a:off x="6096000" y="579120"/>
                        <a:ext cx="0" cy="3802379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5" name="正方形/長方形 34">
                        <a:extLst>
                          <a:ext uri="{FF2B5EF4-FFF2-40B4-BE49-F238E27FC236}">
                            <a16:creationId xmlns:a16="http://schemas.microsoft.com/office/drawing/2014/main" id="{92B62F13-B46C-5189-42A2-B8762AFC15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91883" y="5334001"/>
                        <a:ext cx="2236889" cy="1366219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sp>
                  <p:nvSpPr>
                    <p:cNvPr id="29" name="正方形/長方形 28">
                      <a:extLst>
                        <a:ext uri="{FF2B5EF4-FFF2-40B4-BE49-F238E27FC236}">
                          <a16:creationId xmlns:a16="http://schemas.microsoft.com/office/drawing/2014/main" id="{AB4E21BB-4565-BFF1-0890-3AA9766CFCAD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269798" y="3498149"/>
                      <a:ext cx="370092" cy="249440"/>
                    </a:xfrm>
                    <a:prstGeom prst="rect">
                      <a:avLst/>
                    </a:prstGeom>
                    <a:solidFill>
                      <a:srgbClr val="92D05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</p:grpSp>
          <p:sp>
            <p:nvSpPr>
              <p:cNvPr id="23" name="角丸四角形 22">
                <a:extLst>
                  <a:ext uri="{FF2B5EF4-FFF2-40B4-BE49-F238E27FC236}">
                    <a16:creationId xmlns:a16="http://schemas.microsoft.com/office/drawing/2014/main" id="{FC9692AF-6DD6-5186-F102-D9123971CFA9}"/>
                  </a:ext>
                </a:extLst>
              </p:cNvPr>
              <p:cNvSpPr/>
              <p:nvPr/>
            </p:nvSpPr>
            <p:spPr>
              <a:xfrm>
                <a:off x="6974771" y="4462801"/>
                <a:ext cx="715920" cy="7159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1C8715AD-152D-748C-1457-88F925B9387D}"/>
                </a:ext>
              </a:extLst>
            </p:cNvPr>
            <p:cNvGrpSpPr/>
            <p:nvPr/>
          </p:nvGrpSpPr>
          <p:grpSpPr>
            <a:xfrm rot="2833922">
              <a:off x="6010137" y="834814"/>
              <a:ext cx="2759664" cy="2706882"/>
              <a:chOff x="1762041" y="1593394"/>
              <a:chExt cx="2759664" cy="2706882"/>
            </a:xfrm>
          </p:grpSpPr>
          <p:sp>
            <p:nvSpPr>
              <p:cNvPr id="15" name="正方形/長方形 14">
                <a:extLst>
                  <a:ext uri="{FF2B5EF4-FFF2-40B4-BE49-F238E27FC236}">
                    <a16:creationId xmlns:a16="http://schemas.microsoft.com/office/drawing/2014/main" id="{2C3235C7-0A58-FF3E-C3DD-4E672A02BF42}"/>
                  </a:ext>
                </a:extLst>
              </p:cNvPr>
              <p:cNvSpPr/>
              <p:nvPr/>
            </p:nvSpPr>
            <p:spPr>
              <a:xfrm rot="10800000">
                <a:off x="1762041" y="2827593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EB8FE016-46E6-B2B2-E250-DD7489601B30}"/>
                  </a:ext>
                </a:extLst>
              </p:cNvPr>
              <p:cNvSpPr/>
              <p:nvPr/>
            </p:nvSpPr>
            <p:spPr>
              <a:xfrm rot="10800000">
                <a:off x="2988812" y="1593394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D972E1CA-30F4-5C9B-E693-34AD9E1FF055}"/>
                  </a:ext>
                </a:extLst>
              </p:cNvPr>
              <p:cNvSpPr/>
              <p:nvPr/>
            </p:nvSpPr>
            <p:spPr>
              <a:xfrm rot="10800000">
                <a:off x="2988812" y="4050836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BC36E3DA-D42F-2F2B-D60E-A34CA6C92EB3}"/>
                  </a:ext>
                </a:extLst>
              </p:cNvPr>
              <p:cNvSpPr/>
              <p:nvPr/>
            </p:nvSpPr>
            <p:spPr>
              <a:xfrm rot="10800000">
                <a:off x="4151613" y="2827592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9" name="グループ化 18">
                <a:extLst>
                  <a:ext uri="{FF2B5EF4-FFF2-40B4-BE49-F238E27FC236}">
                    <a16:creationId xmlns:a16="http://schemas.microsoft.com/office/drawing/2014/main" id="{ED54CF19-F180-4836-BA5E-05D1681D189E}"/>
                  </a:ext>
                </a:extLst>
              </p:cNvPr>
              <p:cNvGrpSpPr/>
              <p:nvPr/>
            </p:nvGrpSpPr>
            <p:grpSpPr>
              <a:xfrm>
                <a:off x="1950732" y="1718114"/>
                <a:ext cx="2446252" cy="2446249"/>
                <a:chOff x="1950732" y="1718114"/>
                <a:chExt cx="2446252" cy="2446249"/>
              </a:xfrm>
            </p:grpSpPr>
            <p:cxnSp>
              <p:nvCxnSpPr>
                <p:cNvPr id="20" name="直線コネクタ 19">
                  <a:extLst>
                    <a:ext uri="{FF2B5EF4-FFF2-40B4-BE49-F238E27FC236}">
                      <a16:creationId xmlns:a16="http://schemas.microsoft.com/office/drawing/2014/main" id="{8CD89FD8-2C5B-1BDC-AE2C-89D00988EA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50732" y="2941239"/>
                  <a:ext cx="24462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線コネクタ 20">
                  <a:extLst>
                    <a:ext uri="{FF2B5EF4-FFF2-40B4-BE49-F238E27FC236}">
                      <a16:creationId xmlns:a16="http://schemas.microsoft.com/office/drawing/2014/main" id="{51D7D3E2-4181-69C7-0A0D-3F42BA3CF3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3858" y="1718114"/>
                  <a:ext cx="0" cy="244624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36" name="曲線コネクタ 35">
            <a:extLst>
              <a:ext uri="{FF2B5EF4-FFF2-40B4-BE49-F238E27FC236}">
                <a16:creationId xmlns:a16="http://schemas.microsoft.com/office/drawing/2014/main" id="{61095591-4E10-4B3F-E567-2BD298D2F6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11852" y="1725773"/>
            <a:ext cx="827898" cy="997790"/>
          </a:xfrm>
          <a:prstGeom prst="curvedConnector4">
            <a:avLst>
              <a:gd name="adj1" fmla="val -27612"/>
              <a:gd name="adj2" fmla="val 137783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F3067E8-57D3-1811-0E09-991FD0B5B334}"/>
              </a:ext>
            </a:extLst>
          </p:cNvPr>
          <p:cNvSpPr txBox="1"/>
          <p:nvPr/>
        </p:nvSpPr>
        <p:spPr>
          <a:xfrm>
            <a:off x="10353938" y="2892267"/>
            <a:ext cx="1655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回転開始</a:t>
            </a:r>
          </a:p>
        </p:txBody>
      </p:sp>
    </p:spTree>
    <p:extLst>
      <p:ext uri="{BB962C8B-B14F-4D97-AF65-F5344CB8AC3E}">
        <p14:creationId xmlns:p14="http://schemas.microsoft.com/office/powerpoint/2010/main" val="118956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D8D-0480-C642-1BE9-E845DDC02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4">
            <a:extLst>
              <a:ext uri="{FF2B5EF4-FFF2-40B4-BE49-F238E27FC236}">
                <a16:creationId xmlns:a16="http://schemas.microsoft.com/office/drawing/2014/main" id="{2FB35973-50A3-937E-3CD9-7136814B731D}"/>
              </a:ext>
            </a:extLst>
          </p:cNvPr>
          <p:cNvSpPr/>
          <p:nvPr/>
        </p:nvSpPr>
        <p:spPr>
          <a:xfrm>
            <a:off x="4023823" y="423862"/>
            <a:ext cx="3101828" cy="1421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指揮デバイス</a:t>
            </a:r>
          </a:p>
        </p:txBody>
      </p:sp>
      <p:sp>
        <p:nvSpPr>
          <p:cNvPr id="10" name="下矢印 9">
            <a:extLst>
              <a:ext uri="{FF2B5EF4-FFF2-40B4-BE49-F238E27FC236}">
                <a16:creationId xmlns:a16="http://schemas.microsoft.com/office/drawing/2014/main" id="{6B74EEA1-E3A5-CC51-D98B-7FCD31684B75}"/>
              </a:ext>
            </a:extLst>
          </p:cNvPr>
          <p:cNvSpPr/>
          <p:nvPr/>
        </p:nvSpPr>
        <p:spPr>
          <a:xfrm rot="2150160">
            <a:off x="3132668" y="2032755"/>
            <a:ext cx="774246" cy="70933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B258932-56C0-D933-B7C2-D521784E4061}"/>
              </a:ext>
            </a:extLst>
          </p:cNvPr>
          <p:cNvSpPr txBox="1"/>
          <p:nvPr/>
        </p:nvSpPr>
        <p:spPr>
          <a:xfrm>
            <a:off x="4283378" y="2289198"/>
            <a:ext cx="270159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演奏開始</a:t>
            </a:r>
            <a:r>
              <a:rPr lang="en-US" altLang="ja-JP" sz="2800" dirty="0"/>
              <a:t>/</a:t>
            </a:r>
            <a:r>
              <a:rPr lang="ja-JP" altLang="en-US" sz="2800"/>
              <a:t>終了</a:t>
            </a:r>
            <a:endParaRPr kumimoji="1" lang="en-US" altLang="ja-JP" sz="2800" dirty="0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1B686BEC-144B-F628-F4A1-20A49CA519D3}"/>
              </a:ext>
            </a:extLst>
          </p:cNvPr>
          <p:cNvSpPr/>
          <p:nvPr/>
        </p:nvSpPr>
        <p:spPr>
          <a:xfrm>
            <a:off x="161916" y="2744830"/>
            <a:ext cx="3101828" cy="1421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solidFill>
                  <a:schemeClr val="tx1"/>
                </a:solidFill>
              </a:rPr>
              <a:t>観覧車</a:t>
            </a:r>
            <a:endParaRPr lang="en-US" altLang="ja-JP" sz="36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デバイス</a:t>
            </a:r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7EBFE50F-46D0-90CF-BCE6-9FFEC0C7C177}"/>
              </a:ext>
            </a:extLst>
          </p:cNvPr>
          <p:cNvSpPr/>
          <p:nvPr/>
        </p:nvSpPr>
        <p:spPr>
          <a:xfrm rot="19474267">
            <a:off x="7205125" y="2035812"/>
            <a:ext cx="774246" cy="70933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2C0C33FE-B54D-365E-03F7-DC6530CACE43}"/>
              </a:ext>
            </a:extLst>
          </p:cNvPr>
          <p:cNvSpPr txBox="1"/>
          <p:nvPr/>
        </p:nvSpPr>
        <p:spPr>
          <a:xfrm>
            <a:off x="224637" y="5110976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回転開始</a:t>
            </a:r>
            <a:r>
              <a:rPr lang="en-US" altLang="ja-JP" sz="2800" dirty="0"/>
              <a:t>/</a:t>
            </a:r>
            <a:r>
              <a:rPr lang="ja-JP" altLang="en-US" sz="2800"/>
              <a:t>終了</a:t>
            </a:r>
            <a:endParaRPr kumimoji="1" lang="ja-JP" altLang="en-US" sz="2800"/>
          </a:p>
        </p:txBody>
      </p:sp>
      <p:sp>
        <p:nvSpPr>
          <p:cNvPr id="50" name="角丸四角形 49">
            <a:extLst>
              <a:ext uri="{FF2B5EF4-FFF2-40B4-BE49-F238E27FC236}">
                <a16:creationId xmlns:a16="http://schemas.microsoft.com/office/drawing/2014/main" id="{B8901C0B-17D0-843A-9AE8-FE142CA07DAC}"/>
              </a:ext>
            </a:extLst>
          </p:cNvPr>
          <p:cNvSpPr/>
          <p:nvPr/>
        </p:nvSpPr>
        <p:spPr>
          <a:xfrm>
            <a:off x="7769963" y="2968614"/>
            <a:ext cx="3101828" cy="1421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solidFill>
                  <a:schemeClr val="tx1"/>
                </a:solidFill>
              </a:rPr>
              <a:t>楽器</a:t>
            </a:r>
            <a:endParaRPr lang="en-US" altLang="ja-JP" sz="36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デバイス</a:t>
            </a:r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746905DD-C0E8-8B49-98B9-6FD61976A8C4}"/>
              </a:ext>
            </a:extLst>
          </p:cNvPr>
          <p:cNvGrpSpPr/>
          <p:nvPr/>
        </p:nvGrpSpPr>
        <p:grpSpPr>
          <a:xfrm>
            <a:off x="9320877" y="4768023"/>
            <a:ext cx="2225302" cy="1936389"/>
            <a:chOff x="8728239" y="3788104"/>
            <a:chExt cx="3202784" cy="2786964"/>
          </a:xfrm>
        </p:grpSpPr>
        <p:pic>
          <p:nvPicPr>
            <p:cNvPr id="51" name="図 50">
              <a:extLst>
                <a:ext uri="{FF2B5EF4-FFF2-40B4-BE49-F238E27FC236}">
                  <a16:creationId xmlns:a16="http://schemas.microsoft.com/office/drawing/2014/main" id="{2014D4D3-4859-20BA-47B6-BC1748961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8239" y="4987568"/>
              <a:ext cx="1587500" cy="15875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3EFBE01D-9043-3551-ADB2-5BF1DDD9AFAE}"/>
                    </a:ext>
                  </a:extLst>
                </p14:cNvPr>
                <p14:cNvContentPartPr/>
                <p14:nvPr/>
              </p14:nvContentPartPr>
              <p14:xfrm>
                <a:off x="9880103" y="3788104"/>
                <a:ext cx="28800" cy="1151640"/>
              </p14:xfrm>
            </p:contentPart>
          </mc:Choice>
          <mc:Fallback xmlns=""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062707E7-7C01-E40F-DD23-B90A945294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1360" y="3779297"/>
                  <a:ext cx="46286" cy="11692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3" name="インク 52">
                  <a:extLst>
                    <a:ext uri="{FF2B5EF4-FFF2-40B4-BE49-F238E27FC236}">
                      <a16:creationId xmlns:a16="http://schemas.microsoft.com/office/drawing/2014/main" id="{37A03583-EC93-7B6C-63D5-1959ABB19B65}"/>
                    </a:ext>
                  </a:extLst>
                </p14:cNvPr>
                <p14:cNvContentPartPr/>
                <p14:nvPr/>
              </p14:nvContentPartPr>
              <p14:xfrm>
                <a:off x="10562663" y="5093464"/>
                <a:ext cx="1368360" cy="473400"/>
              </p14:xfrm>
            </p:contentPart>
          </mc:Choice>
          <mc:Fallback xmlns="">
            <p:pic>
              <p:nvPicPr>
                <p:cNvPr id="53" name="インク 52">
                  <a:extLst>
                    <a:ext uri="{FF2B5EF4-FFF2-40B4-BE49-F238E27FC236}">
                      <a16:creationId xmlns:a16="http://schemas.microsoft.com/office/drawing/2014/main" id="{34745535-FAD3-A6CE-F1A5-2F51531A3B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53855" y="5084659"/>
                  <a:ext cx="1385976" cy="491010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54" name="図 53">
              <a:extLst>
                <a:ext uri="{FF2B5EF4-FFF2-40B4-BE49-F238E27FC236}">
                  <a16:creationId xmlns:a16="http://schemas.microsoft.com/office/drawing/2014/main" id="{CAAD8D3E-FA9A-6EE1-398A-BED80B84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9770630">
              <a:off x="9956693" y="3814119"/>
              <a:ext cx="1908071" cy="1431053"/>
            </a:xfrm>
            <a:prstGeom prst="rect">
              <a:avLst/>
            </a:prstGeom>
          </p:spPr>
        </p:pic>
      </p:grp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396D1E3-B423-4C4C-A865-A21ACB703D72}"/>
              </a:ext>
            </a:extLst>
          </p:cNvPr>
          <p:cNvSpPr txBox="1"/>
          <p:nvPr/>
        </p:nvSpPr>
        <p:spPr>
          <a:xfrm>
            <a:off x="7071209" y="5221613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演奏開始</a:t>
            </a:r>
            <a:r>
              <a:rPr lang="en-US" altLang="ja-JP" sz="2800" dirty="0"/>
              <a:t>/</a:t>
            </a:r>
            <a:r>
              <a:rPr lang="ja-JP" altLang="en-US" sz="2800"/>
              <a:t>終了</a:t>
            </a:r>
            <a:endParaRPr kumimoji="1" lang="ja-JP" altLang="en-US" sz="2800"/>
          </a:p>
        </p:txBody>
      </p:sp>
      <p:cxnSp>
        <p:nvCxnSpPr>
          <p:cNvPr id="25" name="曲線コネクタ 24">
            <a:extLst>
              <a:ext uri="{FF2B5EF4-FFF2-40B4-BE49-F238E27FC236}">
                <a16:creationId xmlns:a16="http://schemas.microsoft.com/office/drawing/2014/main" id="{93911948-7470-1801-A28C-4CC6E130DD59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64100" y="4018473"/>
            <a:ext cx="827898" cy="997790"/>
          </a:xfrm>
          <a:prstGeom prst="curvedConnector4">
            <a:avLst>
              <a:gd name="adj1" fmla="val -27612"/>
              <a:gd name="adj2" fmla="val 137783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図 7">
            <a:extLst>
              <a:ext uri="{FF2B5EF4-FFF2-40B4-BE49-F238E27FC236}">
                <a16:creationId xmlns:a16="http://schemas.microsoft.com/office/drawing/2014/main" id="{32234448-C4FC-61E6-E6A4-DC8F756C84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2248" y="270862"/>
            <a:ext cx="2297065" cy="1718415"/>
          </a:xfrm>
          <a:prstGeom prst="rect">
            <a:avLst/>
          </a:prstGeom>
        </p:spPr>
      </p:pic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680F8270-D4DD-7FD2-EAD6-61E7260EB822}"/>
              </a:ext>
            </a:extLst>
          </p:cNvPr>
          <p:cNvGrpSpPr/>
          <p:nvPr/>
        </p:nvGrpSpPr>
        <p:grpSpPr>
          <a:xfrm>
            <a:off x="3118596" y="4056572"/>
            <a:ext cx="1626399" cy="2651590"/>
            <a:chOff x="6006251" y="808423"/>
            <a:chExt cx="2756018" cy="4493257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C41DBF27-BC14-53D6-42AA-C3AA889CE337}"/>
                </a:ext>
              </a:extLst>
            </p:cNvPr>
            <p:cNvGrpSpPr/>
            <p:nvPr/>
          </p:nvGrpSpPr>
          <p:grpSpPr>
            <a:xfrm>
              <a:off x="6006251" y="867622"/>
              <a:ext cx="2756018" cy="4434058"/>
              <a:chOff x="5888474" y="867622"/>
              <a:chExt cx="2756018" cy="4434058"/>
            </a:xfrm>
          </p:grpSpPr>
          <p:grpSp>
            <p:nvGrpSpPr>
              <p:cNvPr id="38" name="グループ化 37">
                <a:extLst>
                  <a:ext uri="{FF2B5EF4-FFF2-40B4-BE49-F238E27FC236}">
                    <a16:creationId xmlns:a16="http://schemas.microsoft.com/office/drawing/2014/main" id="{0C61710F-3B4A-4439-99F0-3275CC1C1211}"/>
                  </a:ext>
                </a:extLst>
              </p:cNvPr>
              <p:cNvGrpSpPr/>
              <p:nvPr/>
            </p:nvGrpSpPr>
            <p:grpSpPr>
              <a:xfrm>
                <a:off x="5888474" y="867622"/>
                <a:ext cx="2756018" cy="4434058"/>
                <a:chOff x="4024191" y="1027860"/>
                <a:chExt cx="2756018" cy="4434058"/>
              </a:xfrm>
            </p:grpSpPr>
            <p:sp>
              <p:nvSpPr>
                <p:cNvPr id="40" name="正方形/長方形 39">
                  <a:extLst>
                    <a:ext uri="{FF2B5EF4-FFF2-40B4-BE49-F238E27FC236}">
                      <a16:creationId xmlns:a16="http://schemas.microsoft.com/office/drawing/2014/main" id="{7E8BDE84-D7F4-956D-3831-8EC3B77615E9}"/>
                    </a:ext>
                  </a:extLst>
                </p:cNvPr>
                <p:cNvSpPr/>
                <p:nvPr/>
              </p:nvSpPr>
              <p:spPr>
                <a:xfrm rot="10800000">
                  <a:off x="4024191" y="2250985"/>
                  <a:ext cx="370092" cy="249440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41" name="グループ化 40">
                  <a:extLst>
                    <a:ext uri="{FF2B5EF4-FFF2-40B4-BE49-F238E27FC236}">
                      <a16:creationId xmlns:a16="http://schemas.microsoft.com/office/drawing/2014/main" id="{B87BE59F-FA0D-60D8-A5E6-E11FFCCEA63B}"/>
                    </a:ext>
                  </a:extLst>
                </p:cNvPr>
                <p:cNvGrpSpPr/>
                <p:nvPr/>
              </p:nvGrpSpPr>
              <p:grpSpPr>
                <a:xfrm>
                  <a:off x="4209236" y="1027860"/>
                  <a:ext cx="2570973" cy="4434058"/>
                  <a:chOff x="4209236" y="1027860"/>
                  <a:chExt cx="2570973" cy="4434058"/>
                </a:xfrm>
              </p:grpSpPr>
              <p:sp>
                <p:nvSpPr>
                  <p:cNvPr id="42" name="正方形/長方形 41">
                    <a:extLst>
                      <a:ext uri="{FF2B5EF4-FFF2-40B4-BE49-F238E27FC236}">
                        <a16:creationId xmlns:a16="http://schemas.microsoft.com/office/drawing/2014/main" id="{A3B77F0E-6CD0-D282-7574-96819A30D55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47316" y="1027860"/>
                    <a:ext cx="370092" cy="249440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grpSp>
                <p:nvGrpSpPr>
                  <p:cNvPr id="43" name="グループ化 42">
                    <a:extLst>
                      <a:ext uri="{FF2B5EF4-FFF2-40B4-BE49-F238E27FC236}">
                        <a16:creationId xmlns:a16="http://schemas.microsoft.com/office/drawing/2014/main" id="{9211A46B-8DD2-BB04-1E72-7B000883FF25}"/>
                      </a:ext>
                    </a:extLst>
                  </p:cNvPr>
                  <p:cNvGrpSpPr/>
                  <p:nvPr/>
                </p:nvGrpSpPr>
                <p:grpSpPr>
                  <a:xfrm>
                    <a:off x="4209236" y="1152580"/>
                    <a:ext cx="2570973" cy="4309338"/>
                    <a:chOff x="4209236" y="1152580"/>
                    <a:chExt cx="2570973" cy="4309338"/>
                  </a:xfrm>
                </p:grpSpPr>
                <p:grpSp>
                  <p:nvGrpSpPr>
                    <p:cNvPr id="44" name="グループ化 43">
                      <a:extLst>
                        <a:ext uri="{FF2B5EF4-FFF2-40B4-BE49-F238E27FC236}">
                          <a16:creationId xmlns:a16="http://schemas.microsoft.com/office/drawing/2014/main" id="{77EC9125-73F3-1FFD-BFB5-B7898BA81D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09236" y="1152580"/>
                      <a:ext cx="2570973" cy="4309338"/>
                      <a:chOff x="4358638" y="579120"/>
                      <a:chExt cx="3651878" cy="6121100"/>
                    </a:xfrm>
                  </p:grpSpPr>
                  <p:sp>
                    <p:nvSpPr>
                      <p:cNvPr id="46" name="正方形/長方形 45">
                        <a:extLst>
                          <a:ext uri="{FF2B5EF4-FFF2-40B4-BE49-F238E27FC236}">
                            <a16:creationId xmlns:a16="http://schemas.microsoft.com/office/drawing/2014/main" id="{46BC28F9-C4FD-32F8-042F-17BCAEC6BCF4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7484828" y="2155053"/>
                        <a:ext cx="525688" cy="354311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47" name="フローチャート: 手作業 46">
                        <a:extLst>
                          <a:ext uri="{FF2B5EF4-FFF2-40B4-BE49-F238E27FC236}">
                            <a16:creationId xmlns:a16="http://schemas.microsoft.com/office/drawing/2014/main" id="{03C07CAE-17EF-BBFF-A70E-0A3CDC48DAD1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638801" y="2849889"/>
                        <a:ext cx="914400" cy="2484111"/>
                      </a:xfrm>
                      <a:prstGeom prst="flowChartManualOperation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48" name="円/楕円 47">
                        <a:extLst>
                          <a:ext uri="{FF2B5EF4-FFF2-40B4-BE49-F238E27FC236}">
                            <a16:creationId xmlns:a16="http://schemas.microsoft.com/office/drawing/2014/main" id="{AE1D624E-FAB2-0487-F804-9AF08F7BF0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8639" y="579120"/>
                        <a:ext cx="3474721" cy="347472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cxnSp>
                    <p:nvCxnSpPr>
                      <p:cNvPr id="57" name="直線コネクタ 56">
                        <a:extLst>
                          <a:ext uri="{FF2B5EF4-FFF2-40B4-BE49-F238E27FC236}">
                            <a16:creationId xmlns:a16="http://schemas.microsoft.com/office/drawing/2014/main" id="{FB253537-5DC8-BDAA-2B07-B0452762286F}"/>
                          </a:ext>
                        </a:extLst>
                      </p:cNvPr>
                      <p:cNvCxnSpPr>
                        <a:cxnSpLocks/>
                        <a:stCxn id="48" idx="2"/>
                        <a:endCxn id="48" idx="6"/>
                      </p:cNvCxnSpPr>
                      <p:nvPr/>
                    </p:nvCxnSpPr>
                    <p:spPr>
                      <a:xfrm>
                        <a:off x="4358638" y="2316480"/>
                        <a:ext cx="3474722" cy="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8" name="直線コネクタ 57">
                        <a:extLst>
                          <a:ext uri="{FF2B5EF4-FFF2-40B4-BE49-F238E27FC236}">
                            <a16:creationId xmlns:a16="http://schemas.microsoft.com/office/drawing/2014/main" id="{5E42FFF3-38C4-D407-D14D-DF10C6579ECF}"/>
                          </a:ext>
                        </a:extLst>
                      </p:cNvPr>
                      <p:cNvCxnSpPr>
                        <a:cxnSpLocks/>
                        <a:endCxn id="48" idx="0"/>
                      </p:cNvCxnSpPr>
                      <p:nvPr/>
                    </p:nvCxnSpPr>
                    <p:spPr>
                      <a:xfrm flipV="1">
                        <a:off x="6096000" y="579120"/>
                        <a:ext cx="0" cy="3802379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9" name="正方形/長方形 58">
                        <a:extLst>
                          <a:ext uri="{FF2B5EF4-FFF2-40B4-BE49-F238E27FC236}">
                            <a16:creationId xmlns:a16="http://schemas.microsoft.com/office/drawing/2014/main" id="{25657C6C-04CA-4B4F-F13B-0F0EAF3D78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91883" y="5334001"/>
                        <a:ext cx="2236889" cy="1366219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sp>
                  <p:nvSpPr>
                    <p:cNvPr id="45" name="正方形/長方形 44">
                      <a:extLst>
                        <a:ext uri="{FF2B5EF4-FFF2-40B4-BE49-F238E27FC236}">
                          <a16:creationId xmlns:a16="http://schemas.microsoft.com/office/drawing/2014/main" id="{42E3D97F-4DB5-3524-DABB-E7C25AC0B8F1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269798" y="3498149"/>
                      <a:ext cx="370092" cy="249440"/>
                    </a:xfrm>
                    <a:prstGeom prst="rect">
                      <a:avLst/>
                    </a:prstGeom>
                    <a:solidFill>
                      <a:srgbClr val="92D05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</p:grpSp>
          <p:sp>
            <p:nvSpPr>
              <p:cNvPr id="39" name="角丸四角形 38">
                <a:extLst>
                  <a:ext uri="{FF2B5EF4-FFF2-40B4-BE49-F238E27FC236}">
                    <a16:creationId xmlns:a16="http://schemas.microsoft.com/office/drawing/2014/main" id="{70A3C064-D607-9820-6158-807886F909BB}"/>
                  </a:ext>
                </a:extLst>
              </p:cNvPr>
              <p:cNvSpPr/>
              <p:nvPr/>
            </p:nvSpPr>
            <p:spPr>
              <a:xfrm>
                <a:off x="6974771" y="4462801"/>
                <a:ext cx="715920" cy="7159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D244D658-D537-AA3D-6DA8-2AB82A0C26B7}"/>
                </a:ext>
              </a:extLst>
            </p:cNvPr>
            <p:cNvGrpSpPr/>
            <p:nvPr/>
          </p:nvGrpSpPr>
          <p:grpSpPr>
            <a:xfrm rot="2833922">
              <a:off x="6010137" y="834814"/>
              <a:ext cx="2759664" cy="2706882"/>
              <a:chOff x="1762041" y="1593394"/>
              <a:chExt cx="2759664" cy="2706882"/>
            </a:xfrm>
          </p:grpSpPr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04594380-5C63-ADA7-9AE6-A84C3E9D9809}"/>
                  </a:ext>
                </a:extLst>
              </p:cNvPr>
              <p:cNvSpPr/>
              <p:nvPr/>
            </p:nvSpPr>
            <p:spPr>
              <a:xfrm rot="10800000">
                <a:off x="1762041" y="2827593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FCF88147-CE71-6612-B15D-99F7F5923C2A}"/>
                  </a:ext>
                </a:extLst>
              </p:cNvPr>
              <p:cNvSpPr/>
              <p:nvPr/>
            </p:nvSpPr>
            <p:spPr>
              <a:xfrm rot="10800000">
                <a:off x="2988812" y="1593394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280D41C8-FFA5-1B45-ECF9-EDF78F5ADC5D}"/>
                  </a:ext>
                </a:extLst>
              </p:cNvPr>
              <p:cNvSpPr/>
              <p:nvPr/>
            </p:nvSpPr>
            <p:spPr>
              <a:xfrm rot="10800000">
                <a:off x="2988812" y="4050836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C6BC98BE-A73C-FB0E-1E47-235762AA40DE}"/>
                  </a:ext>
                </a:extLst>
              </p:cNvPr>
              <p:cNvSpPr/>
              <p:nvPr/>
            </p:nvSpPr>
            <p:spPr>
              <a:xfrm rot="10800000">
                <a:off x="4151613" y="2827592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35" name="グループ化 34">
                <a:extLst>
                  <a:ext uri="{FF2B5EF4-FFF2-40B4-BE49-F238E27FC236}">
                    <a16:creationId xmlns:a16="http://schemas.microsoft.com/office/drawing/2014/main" id="{F5FAB595-8722-35FA-C2B1-3124408DA620}"/>
                  </a:ext>
                </a:extLst>
              </p:cNvPr>
              <p:cNvGrpSpPr/>
              <p:nvPr/>
            </p:nvGrpSpPr>
            <p:grpSpPr>
              <a:xfrm>
                <a:off x="1950732" y="1718114"/>
                <a:ext cx="2446252" cy="2446249"/>
                <a:chOff x="1950732" y="1718114"/>
                <a:chExt cx="2446252" cy="2446249"/>
              </a:xfrm>
            </p:grpSpPr>
            <p:cxnSp>
              <p:nvCxnSpPr>
                <p:cNvPr id="36" name="直線コネクタ 35">
                  <a:extLst>
                    <a:ext uri="{FF2B5EF4-FFF2-40B4-BE49-F238E27FC236}">
                      <a16:creationId xmlns:a16="http://schemas.microsoft.com/office/drawing/2014/main" id="{4655B226-AD39-78C4-8D8E-F4939A1254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50732" y="2941239"/>
                  <a:ext cx="24462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線コネクタ 36">
                  <a:extLst>
                    <a:ext uri="{FF2B5EF4-FFF2-40B4-BE49-F238E27FC236}">
                      <a16:creationId xmlns:a16="http://schemas.microsoft.com/office/drawing/2014/main" id="{361D347D-FE77-E9CF-5C58-F493ED00D3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3858" y="1718114"/>
                  <a:ext cx="0" cy="244624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1EBD97F7-6DA4-CB57-B8CF-4B4A16550ACC}"/>
              </a:ext>
            </a:extLst>
          </p:cNvPr>
          <p:cNvSpPr txBox="1"/>
          <p:nvPr/>
        </p:nvSpPr>
        <p:spPr>
          <a:xfrm>
            <a:off x="9244640" y="1350026"/>
            <a:ext cx="270159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sz="2800"/>
              <a:t>ボタンの押下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779719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1">
            <a:extLst>
              <a:ext uri="{FF2B5EF4-FFF2-40B4-BE49-F238E27FC236}">
                <a16:creationId xmlns:a16="http://schemas.microsoft.com/office/drawing/2014/main" id="{D7749E7C-779B-9271-C33C-8446D5823FC6}"/>
              </a:ext>
            </a:extLst>
          </p:cNvPr>
          <p:cNvSpPr/>
          <p:nvPr/>
        </p:nvSpPr>
        <p:spPr>
          <a:xfrm>
            <a:off x="967252" y="363587"/>
            <a:ext cx="3646311" cy="16707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指揮デバイス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151F3EC0-B3AF-C198-281D-9E07D8185F70}"/>
              </a:ext>
            </a:extLst>
          </p:cNvPr>
          <p:cNvSpPr/>
          <p:nvPr/>
        </p:nvSpPr>
        <p:spPr>
          <a:xfrm>
            <a:off x="967252" y="3941610"/>
            <a:ext cx="3646311" cy="16707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solidFill>
                  <a:schemeClr val="tx1"/>
                </a:solidFill>
              </a:rPr>
              <a:t>ドラム</a:t>
            </a:r>
            <a:r>
              <a:rPr lang="en-US" altLang="ja-JP" sz="3600" dirty="0">
                <a:solidFill>
                  <a:schemeClr val="tx1"/>
                </a:solidFill>
              </a:rPr>
              <a:t>(</a:t>
            </a:r>
            <a:r>
              <a:rPr lang="en-US" altLang="ja-JP" sz="3600" dirty="0" err="1">
                <a:solidFill>
                  <a:schemeClr val="tx1"/>
                </a:solidFill>
              </a:rPr>
              <a:t>Aruduino</a:t>
            </a:r>
            <a:r>
              <a:rPr lang="en-US" altLang="ja-JP" sz="3600" dirty="0">
                <a:solidFill>
                  <a:schemeClr val="tx1"/>
                </a:solidFill>
              </a:rPr>
              <a:t>)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sp>
        <p:nvSpPr>
          <p:cNvPr id="4" name="下矢印 3">
            <a:extLst>
              <a:ext uri="{FF2B5EF4-FFF2-40B4-BE49-F238E27FC236}">
                <a16:creationId xmlns:a16="http://schemas.microsoft.com/office/drawing/2014/main" id="{A0CCA842-B769-47C0-13FF-4CCE245AE645}"/>
              </a:ext>
            </a:extLst>
          </p:cNvPr>
          <p:cNvSpPr/>
          <p:nvPr/>
        </p:nvSpPr>
        <p:spPr>
          <a:xfrm>
            <a:off x="2381125" y="2578338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吹き出し 5">
            <a:extLst>
              <a:ext uri="{FF2B5EF4-FFF2-40B4-BE49-F238E27FC236}">
                <a16:creationId xmlns:a16="http://schemas.microsoft.com/office/drawing/2014/main" id="{849239D4-5E88-D87F-9F44-032772FA19D9}"/>
              </a:ext>
            </a:extLst>
          </p:cNvPr>
          <p:cNvSpPr/>
          <p:nvPr/>
        </p:nvSpPr>
        <p:spPr>
          <a:xfrm rot="5400000">
            <a:off x="6189026" y="1182976"/>
            <a:ext cx="5659039" cy="4047051"/>
          </a:xfrm>
          <a:prstGeom prst="wedgeRoundRectCallout">
            <a:avLst>
              <a:gd name="adj1" fmla="val -43112"/>
              <a:gd name="adj2" fmla="val 8680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C5CC407-2667-5BF7-3F86-B2F4DB0CF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453" y="3537657"/>
            <a:ext cx="1587500" cy="15875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A8876B3-BDD1-2258-17F1-522FC92E07C9}"/>
              </a:ext>
            </a:extLst>
          </p:cNvPr>
          <p:cNvSpPr txBox="1"/>
          <p:nvPr/>
        </p:nvSpPr>
        <p:spPr>
          <a:xfrm>
            <a:off x="7725456" y="5089145"/>
            <a:ext cx="2545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通信用</a:t>
            </a:r>
            <a:r>
              <a:rPr kumimoji="1" lang="en-US" altLang="ja-JP" sz="2800" dirty="0"/>
              <a:t>Arduino</a:t>
            </a:r>
            <a:endParaRPr kumimoji="1" lang="ja-JP" altLang="en-US" sz="2800"/>
          </a:p>
        </p:txBody>
      </p:sp>
      <p:sp>
        <p:nvSpPr>
          <p:cNvPr id="12" name="下矢印 11">
            <a:extLst>
              <a:ext uri="{FF2B5EF4-FFF2-40B4-BE49-F238E27FC236}">
                <a16:creationId xmlns:a16="http://schemas.microsoft.com/office/drawing/2014/main" id="{F0803197-B981-588D-CBC3-D010ECEA7FC7}"/>
              </a:ext>
            </a:extLst>
          </p:cNvPr>
          <p:cNvSpPr/>
          <p:nvPr/>
        </p:nvSpPr>
        <p:spPr>
          <a:xfrm>
            <a:off x="8606279" y="2861678"/>
            <a:ext cx="784244" cy="70932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51084DB-7DD5-7CCA-1AB3-3E256BC79254}"/>
              </a:ext>
            </a:extLst>
          </p:cNvPr>
          <p:cNvSpPr txBox="1"/>
          <p:nvPr/>
        </p:nvSpPr>
        <p:spPr>
          <a:xfrm>
            <a:off x="9431467" y="302183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値</a:t>
            </a:r>
            <a:r>
              <a:rPr lang="ja-JP" altLang="en-US"/>
              <a:t>を</a:t>
            </a:r>
            <a:r>
              <a:rPr kumimoji="1" lang="ja-JP" altLang="en-US"/>
              <a:t>読み取り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AAA5586-5BDC-BBC6-3969-BD9FB5913911}"/>
              </a:ext>
            </a:extLst>
          </p:cNvPr>
          <p:cNvSpPr txBox="1"/>
          <p:nvPr/>
        </p:nvSpPr>
        <p:spPr>
          <a:xfrm>
            <a:off x="3591748" y="2805932"/>
            <a:ext cx="2937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/>
              <a:t>音量情報</a:t>
            </a:r>
            <a:r>
              <a:rPr lang="en-US" altLang="ja-JP" sz="2800" dirty="0"/>
              <a:t>(UDP)</a:t>
            </a:r>
            <a:endParaRPr kumimoji="1" lang="ja-JP" altLang="en-US" sz="2800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555E20A7-118D-E1AD-AB45-70EECF0FB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545" y="855025"/>
            <a:ext cx="1328631" cy="1563095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8E4951D-E126-B681-C96E-C4E6E3A3B999}"/>
              </a:ext>
            </a:extLst>
          </p:cNvPr>
          <p:cNvSpPr txBox="1"/>
          <p:nvPr/>
        </p:nvSpPr>
        <p:spPr>
          <a:xfrm>
            <a:off x="7042987" y="145869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つまみを操作</a:t>
            </a:r>
          </a:p>
        </p:txBody>
      </p:sp>
    </p:spTree>
    <p:extLst>
      <p:ext uri="{BB962C8B-B14F-4D97-AF65-F5344CB8AC3E}">
        <p14:creationId xmlns:p14="http://schemas.microsoft.com/office/powerpoint/2010/main" val="1734853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6CA7B51E-E9DC-6010-3E1C-8D2106831E9A}"/>
              </a:ext>
            </a:extLst>
          </p:cNvPr>
          <p:cNvGrpSpPr/>
          <p:nvPr/>
        </p:nvGrpSpPr>
        <p:grpSpPr>
          <a:xfrm>
            <a:off x="754937" y="1460807"/>
            <a:ext cx="3613863" cy="1968193"/>
            <a:chOff x="754937" y="1460807"/>
            <a:chExt cx="3613863" cy="1968193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EDA2555-EB07-FDA3-9AFC-E9DD0DC5D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2320" y="1691640"/>
              <a:ext cx="2316480" cy="1737360"/>
            </a:xfrm>
            <a:prstGeom prst="rect">
              <a:avLst/>
            </a:prstGeom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AE681F14-8DE1-2A55-2434-0159844FF64A}"/>
                </a:ext>
              </a:extLst>
            </p:cNvPr>
            <p:cNvSpPr txBox="1"/>
            <p:nvPr/>
          </p:nvSpPr>
          <p:spPr>
            <a:xfrm>
              <a:off x="754937" y="1460807"/>
              <a:ext cx="172354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スライド式</a:t>
              </a:r>
              <a:endParaRPr kumimoji="1" lang="en-US" altLang="ja-JP" sz="2400" dirty="0"/>
            </a:p>
            <a:p>
              <a:r>
                <a:rPr kumimoji="1" lang="ja-JP" altLang="en-US" sz="2400"/>
                <a:t>可変抵抗器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8D6C3989-29F6-1E32-2F27-FACED1121393}"/>
              </a:ext>
            </a:extLst>
          </p:cNvPr>
          <p:cNvGrpSpPr/>
          <p:nvPr/>
        </p:nvGrpSpPr>
        <p:grpSpPr>
          <a:xfrm>
            <a:off x="754937" y="3888056"/>
            <a:ext cx="3613863" cy="1968193"/>
            <a:chOff x="754937" y="1460807"/>
            <a:chExt cx="3613863" cy="1968193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09860A1B-DB6A-0C88-B9D9-1B2DAE04B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2320" y="1691640"/>
              <a:ext cx="2316480" cy="1737360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6FD6ED03-2527-A99A-5558-40D8D5FA5A06}"/>
                </a:ext>
              </a:extLst>
            </p:cNvPr>
            <p:cNvSpPr txBox="1"/>
            <p:nvPr/>
          </p:nvSpPr>
          <p:spPr>
            <a:xfrm>
              <a:off x="754937" y="1460807"/>
              <a:ext cx="172354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スライド式</a:t>
              </a:r>
              <a:endParaRPr kumimoji="1" lang="en-US" altLang="ja-JP" sz="2400" dirty="0"/>
            </a:p>
            <a:p>
              <a:r>
                <a:rPr kumimoji="1" lang="ja-JP" altLang="en-US" sz="2400"/>
                <a:t>可変抗器</a:t>
              </a:r>
            </a:p>
          </p:txBody>
        </p:sp>
      </p:grpSp>
      <p:sp>
        <p:nvSpPr>
          <p:cNvPr id="9" name="下矢印 8">
            <a:extLst>
              <a:ext uri="{FF2B5EF4-FFF2-40B4-BE49-F238E27FC236}">
                <a16:creationId xmlns:a16="http://schemas.microsoft.com/office/drawing/2014/main" id="{DF946AC6-4B60-F4A3-E695-275AB5A5ED13}"/>
              </a:ext>
            </a:extLst>
          </p:cNvPr>
          <p:cNvSpPr/>
          <p:nvPr/>
        </p:nvSpPr>
        <p:spPr>
          <a:xfrm rot="16200000">
            <a:off x="5380803" y="2071116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79BBB2B-A8C4-2F5D-0F2C-C7B3C805B125}"/>
              </a:ext>
            </a:extLst>
          </p:cNvPr>
          <p:cNvSpPr txBox="1"/>
          <p:nvPr/>
        </p:nvSpPr>
        <p:spPr>
          <a:xfrm>
            <a:off x="6945619" y="1945670"/>
            <a:ext cx="1494320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BPM</a:t>
            </a:r>
            <a:r>
              <a:rPr lang="ja-JP" altLang="en-US" sz="2400"/>
              <a:t>変更</a:t>
            </a:r>
            <a:endParaRPr kumimoji="1" lang="ja-JP" altLang="en-US" sz="240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3DB73D7-1D96-FE2E-EABA-E4884DECA24E}"/>
              </a:ext>
            </a:extLst>
          </p:cNvPr>
          <p:cNvSpPr txBox="1"/>
          <p:nvPr/>
        </p:nvSpPr>
        <p:spPr>
          <a:xfrm>
            <a:off x="7103247" y="4635888"/>
            <a:ext cx="1415772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/>
              <a:t>音量変更</a:t>
            </a:r>
            <a:endParaRPr kumimoji="1" lang="ja-JP" altLang="en-US" sz="2400"/>
          </a:p>
        </p:txBody>
      </p:sp>
      <p:sp>
        <p:nvSpPr>
          <p:cNvPr id="18" name="下矢印 17">
            <a:extLst>
              <a:ext uri="{FF2B5EF4-FFF2-40B4-BE49-F238E27FC236}">
                <a16:creationId xmlns:a16="http://schemas.microsoft.com/office/drawing/2014/main" id="{A02890BC-DE8A-C568-B308-87DFF5775408}"/>
              </a:ext>
            </a:extLst>
          </p:cNvPr>
          <p:cNvSpPr/>
          <p:nvPr/>
        </p:nvSpPr>
        <p:spPr>
          <a:xfrm rot="16200000">
            <a:off x="5380803" y="4498365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左中かっこ 18">
            <a:extLst>
              <a:ext uri="{FF2B5EF4-FFF2-40B4-BE49-F238E27FC236}">
                <a16:creationId xmlns:a16="http://schemas.microsoft.com/office/drawing/2014/main" id="{72F8156D-DB5C-5696-8886-AC95C9E1AF34}"/>
              </a:ext>
            </a:extLst>
          </p:cNvPr>
          <p:cNvSpPr/>
          <p:nvPr/>
        </p:nvSpPr>
        <p:spPr>
          <a:xfrm rot="5400000">
            <a:off x="2284509" y="-1280850"/>
            <a:ext cx="448253" cy="42605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5AEF791-1CE5-6E02-0D12-24B4DFE1552E}"/>
              </a:ext>
            </a:extLst>
          </p:cNvPr>
          <p:cNvSpPr txBox="1"/>
          <p:nvPr/>
        </p:nvSpPr>
        <p:spPr>
          <a:xfrm>
            <a:off x="1723805" y="2110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ユーザが操作</a:t>
            </a:r>
          </a:p>
        </p:txBody>
      </p:sp>
      <p:grpSp>
        <p:nvGrpSpPr>
          <p:cNvPr id="91" name="グループ化 90">
            <a:extLst>
              <a:ext uri="{FF2B5EF4-FFF2-40B4-BE49-F238E27FC236}">
                <a16:creationId xmlns:a16="http://schemas.microsoft.com/office/drawing/2014/main" id="{EF59F638-D9B7-5850-3CB3-A280F345E9F3}"/>
              </a:ext>
            </a:extLst>
          </p:cNvPr>
          <p:cNvGrpSpPr/>
          <p:nvPr/>
        </p:nvGrpSpPr>
        <p:grpSpPr>
          <a:xfrm>
            <a:off x="8728239" y="3788104"/>
            <a:ext cx="3202784" cy="2786964"/>
            <a:chOff x="8728239" y="3788104"/>
            <a:chExt cx="3202784" cy="2786964"/>
          </a:xfrm>
        </p:grpSpPr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A573E2F5-18C4-4ADF-3DEB-A3C504AAE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28239" y="4987568"/>
              <a:ext cx="1587500" cy="15875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0" name="インク 29">
                  <a:extLst>
                    <a:ext uri="{FF2B5EF4-FFF2-40B4-BE49-F238E27FC236}">
                      <a16:creationId xmlns:a16="http://schemas.microsoft.com/office/drawing/2014/main" id="{B7039AF7-3000-9082-7DD5-7EA1FD329427}"/>
                    </a:ext>
                  </a:extLst>
                </p14:cNvPr>
                <p14:cNvContentPartPr/>
                <p14:nvPr/>
              </p14:nvContentPartPr>
              <p14:xfrm>
                <a:off x="9880103" y="3788104"/>
                <a:ext cx="28800" cy="1151640"/>
              </p14:xfrm>
            </p:contentPart>
          </mc:Choice>
          <mc:Fallback xmlns="">
            <p:pic>
              <p:nvPicPr>
                <p:cNvPr id="30" name="インク 29">
                  <a:extLst>
                    <a:ext uri="{FF2B5EF4-FFF2-40B4-BE49-F238E27FC236}">
                      <a16:creationId xmlns:a16="http://schemas.microsoft.com/office/drawing/2014/main" id="{B7039AF7-3000-9082-7DD5-7EA1FD32942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73983" y="3781984"/>
                  <a:ext cx="41040" cy="11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1" name="インク 30">
                  <a:extLst>
                    <a:ext uri="{FF2B5EF4-FFF2-40B4-BE49-F238E27FC236}">
                      <a16:creationId xmlns:a16="http://schemas.microsoft.com/office/drawing/2014/main" id="{CE6598C6-E9C5-6577-EE95-B1F311363641}"/>
                    </a:ext>
                  </a:extLst>
                </p14:cNvPr>
                <p14:cNvContentPartPr/>
                <p14:nvPr/>
              </p14:nvContentPartPr>
              <p14:xfrm>
                <a:off x="10562663" y="5093464"/>
                <a:ext cx="1368360" cy="473400"/>
              </p14:xfrm>
            </p:contentPart>
          </mc:Choice>
          <mc:Fallback xmlns="">
            <p:pic>
              <p:nvPicPr>
                <p:cNvPr id="31" name="インク 30">
                  <a:extLst>
                    <a:ext uri="{FF2B5EF4-FFF2-40B4-BE49-F238E27FC236}">
                      <a16:creationId xmlns:a16="http://schemas.microsoft.com/office/drawing/2014/main" id="{CE6598C6-E9C5-6577-EE95-B1F31136364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56543" y="5087344"/>
                  <a:ext cx="1380600" cy="485640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37" name="図 36">
              <a:extLst>
                <a:ext uri="{FF2B5EF4-FFF2-40B4-BE49-F238E27FC236}">
                  <a16:creationId xmlns:a16="http://schemas.microsoft.com/office/drawing/2014/main" id="{4063379A-87D9-BC0A-5019-CCF55C3E1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9770630">
              <a:off x="9956693" y="3814119"/>
              <a:ext cx="1908071" cy="1431053"/>
            </a:xfrm>
            <a:prstGeom prst="rect">
              <a:avLst/>
            </a:prstGeom>
          </p:spPr>
        </p:pic>
      </p:grpSp>
      <p:cxnSp>
        <p:nvCxnSpPr>
          <p:cNvPr id="57" name="曲線コネクタ 56">
            <a:extLst>
              <a:ext uri="{FF2B5EF4-FFF2-40B4-BE49-F238E27FC236}">
                <a16:creationId xmlns:a16="http://schemas.microsoft.com/office/drawing/2014/main" id="{0108017B-5AFD-8F35-9A4A-BB5DCF76D06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24626" y="1353550"/>
            <a:ext cx="827898" cy="997790"/>
          </a:xfrm>
          <a:prstGeom prst="curvedConnector4">
            <a:avLst>
              <a:gd name="adj1" fmla="val -27612"/>
              <a:gd name="adj2" fmla="val 137783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2DA9E13D-4106-03CB-6534-5BC43E8C2480}"/>
              </a:ext>
            </a:extLst>
          </p:cNvPr>
          <p:cNvSpPr txBox="1"/>
          <p:nvPr/>
        </p:nvSpPr>
        <p:spPr>
          <a:xfrm>
            <a:off x="9478527" y="77279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回ってる早さが変わる</a:t>
            </a:r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3E5B07B6-98E3-1EE3-9824-BC7F68ACC73C}"/>
              </a:ext>
            </a:extLst>
          </p:cNvPr>
          <p:cNvGrpSpPr/>
          <p:nvPr/>
        </p:nvGrpSpPr>
        <p:grpSpPr>
          <a:xfrm>
            <a:off x="8885694" y="1414616"/>
            <a:ext cx="1676970" cy="1932112"/>
            <a:chOff x="8885694" y="1414616"/>
            <a:chExt cx="1676970" cy="1932112"/>
          </a:xfrm>
        </p:grpSpPr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1C596D26-5A2B-C338-926C-DF97BC7A5D00}"/>
                </a:ext>
              </a:extLst>
            </p:cNvPr>
            <p:cNvGrpSpPr/>
            <p:nvPr/>
          </p:nvGrpSpPr>
          <p:grpSpPr>
            <a:xfrm>
              <a:off x="8885694" y="1414616"/>
              <a:ext cx="1676970" cy="1932112"/>
              <a:chOff x="3802380" y="83958"/>
              <a:chExt cx="4556757" cy="5250042"/>
            </a:xfrm>
          </p:grpSpPr>
          <p:sp>
            <p:nvSpPr>
              <p:cNvPr id="77" name="フローチャート: 手作業 76">
                <a:extLst>
                  <a:ext uri="{FF2B5EF4-FFF2-40B4-BE49-F238E27FC236}">
                    <a16:creationId xmlns:a16="http://schemas.microsoft.com/office/drawing/2014/main" id="{39576976-024C-5332-C6BD-43A432BB50BF}"/>
                  </a:ext>
                </a:extLst>
              </p:cNvPr>
              <p:cNvSpPr/>
              <p:nvPr/>
            </p:nvSpPr>
            <p:spPr>
              <a:xfrm rot="10800000">
                <a:off x="5638800" y="2849889"/>
                <a:ext cx="914400" cy="248411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8" name="円/楕円 77">
                <a:extLst>
                  <a:ext uri="{FF2B5EF4-FFF2-40B4-BE49-F238E27FC236}">
                    <a16:creationId xmlns:a16="http://schemas.microsoft.com/office/drawing/2014/main" id="{21E228FB-9037-6592-96BB-3E572CBA971A}"/>
                  </a:ext>
                </a:extLst>
              </p:cNvPr>
              <p:cNvSpPr/>
              <p:nvPr/>
            </p:nvSpPr>
            <p:spPr>
              <a:xfrm>
                <a:off x="4358639" y="579120"/>
                <a:ext cx="3474720" cy="34747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A56AC604-743D-FB3C-E5F4-5588D53B28C1}"/>
                  </a:ext>
                </a:extLst>
              </p:cNvPr>
              <p:cNvCxnSpPr>
                <a:stCxn id="78" idx="2"/>
                <a:endCxn id="78" idx="6"/>
              </p:cNvCxnSpPr>
              <p:nvPr/>
            </p:nvCxnSpPr>
            <p:spPr>
              <a:xfrm>
                <a:off x="4358639" y="2316480"/>
                <a:ext cx="347472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コネクタ 79">
                <a:extLst>
                  <a:ext uri="{FF2B5EF4-FFF2-40B4-BE49-F238E27FC236}">
                    <a16:creationId xmlns:a16="http://schemas.microsoft.com/office/drawing/2014/main" id="{AB126B91-B166-4774-C005-344C088114DC}"/>
                  </a:ext>
                </a:extLst>
              </p:cNvPr>
              <p:cNvCxnSpPr>
                <a:cxnSpLocks/>
                <a:endCxn id="78" idx="0"/>
              </p:cNvCxnSpPr>
              <p:nvPr/>
            </p:nvCxnSpPr>
            <p:spPr>
              <a:xfrm flipV="1">
                <a:off x="6095999" y="579120"/>
                <a:ext cx="0" cy="38023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85BE1CF1-FB5B-C84F-F0E0-7075A29BA22E}"/>
                  </a:ext>
                </a:extLst>
              </p:cNvPr>
              <p:cNvSpPr/>
              <p:nvPr/>
            </p:nvSpPr>
            <p:spPr>
              <a:xfrm>
                <a:off x="3802380" y="2232660"/>
                <a:ext cx="1112518" cy="1676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正方形/長方形 81">
                <a:extLst>
                  <a:ext uri="{FF2B5EF4-FFF2-40B4-BE49-F238E27FC236}">
                    <a16:creationId xmlns:a16="http://schemas.microsoft.com/office/drawing/2014/main" id="{7737680F-5CB3-2704-0D44-5F6C0AC173C3}"/>
                  </a:ext>
                </a:extLst>
              </p:cNvPr>
              <p:cNvSpPr/>
              <p:nvPr/>
            </p:nvSpPr>
            <p:spPr>
              <a:xfrm>
                <a:off x="5539740" y="4008126"/>
                <a:ext cx="1112518" cy="1676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3" name="正方形/長方形 82">
                <a:extLst>
                  <a:ext uri="{FF2B5EF4-FFF2-40B4-BE49-F238E27FC236}">
                    <a16:creationId xmlns:a16="http://schemas.microsoft.com/office/drawing/2014/main" id="{DC36536C-7C8C-856F-3127-BE3C3927DA45}"/>
                  </a:ext>
                </a:extLst>
              </p:cNvPr>
              <p:cNvSpPr/>
              <p:nvPr/>
            </p:nvSpPr>
            <p:spPr>
              <a:xfrm>
                <a:off x="7246619" y="2232660"/>
                <a:ext cx="1112518" cy="1676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正方形/長方形 83">
                <a:extLst>
                  <a:ext uri="{FF2B5EF4-FFF2-40B4-BE49-F238E27FC236}">
                    <a16:creationId xmlns:a16="http://schemas.microsoft.com/office/drawing/2014/main" id="{C26FEF54-890E-069F-7750-220F69996CB1}"/>
                  </a:ext>
                </a:extLst>
              </p:cNvPr>
              <p:cNvSpPr/>
              <p:nvPr/>
            </p:nvSpPr>
            <p:spPr>
              <a:xfrm>
                <a:off x="5539740" y="579120"/>
                <a:ext cx="1112518" cy="1676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5" name="正方形/長方形 84">
                <a:extLst>
                  <a:ext uri="{FF2B5EF4-FFF2-40B4-BE49-F238E27FC236}">
                    <a16:creationId xmlns:a16="http://schemas.microsoft.com/office/drawing/2014/main" id="{B743244B-CBC5-B517-5CCA-FB77E8A864BA}"/>
                  </a:ext>
                </a:extLst>
              </p:cNvPr>
              <p:cNvSpPr/>
              <p:nvPr/>
            </p:nvSpPr>
            <p:spPr>
              <a:xfrm rot="5400000">
                <a:off x="4131982" y="1792661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正方形/長方形 85">
                <a:extLst>
                  <a:ext uri="{FF2B5EF4-FFF2-40B4-BE49-F238E27FC236}">
                    <a16:creationId xmlns:a16="http://schemas.microsoft.com/office/drawing/2014/main" id="{E971448D-721E-3218-AD32-DBA9314F7FF3}"/>
                  </a:ext>
                </a:extLst>
              </p:cNvPr>
              <p:cNvSpPr/>
              <p:nvPr/>
            </p:nvSpPr>
            <p:spPr>
              <a:xfrm rot="5400000">
                <a:off x="5833155" y="3560406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E5462691-005B-672A-462E-60A59419667A}"/>
                  </a:ext>
                </a:extLst>
              </p:cNvPr>
              <p:cNvSpPr/>
              <p:nvPr/>
            </p:nvSpPr>
            <p:spPr>
              <a:xfrm rot="5400000">
                <a:off x="7534328" y="1792661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C02F6C25-F01D-1498-1676-93D9600B12B9}"/>
                  </a:ext>
                </a:extLst>
              </p:cNvPr>
              <p:cNvSpPr/>
              <p:nvPr/>
            </p:nvSpPr>
            <p:spPr>
              <a:xfrm rot="5400000">
                <a:off x="5833155" y="169646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8B45069E-7EB7-CF36-F011-238B5593F8BC}"/>
                </a:ext>
              </a:extLst>
            </p:cNvPr>
            <p:cNvSpPr/>
            <p:nvPr/>
          </p:nvSpPr>
          <p:spPr>
            <a:xfrm>
              <a:off x="9541921" y="2014359"/>
              <a:ext cx="432551" cy="43255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9057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7AC0-B8DD-E8CC-ED0F-77288409E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EAE49D16-95FF-086B-B303-9038B3634864}"/>
              </a:ext>
            </a:extLst>
          </p:cNvPr>
          <p:cNvGrpSpPr/>
          <p:nvPr/>
        </p:nvGrpSpPr>
        <p:grpSpPr>
          <a:xfrm>
            <a:off x="8506461" y="2046699"/>
            <a:ext cx="3202784" cy="2786964"/>
            <a:chOff x="8728239" y="3788104"/>
            <a:chExt cx="3202784" cy="2786964"/>
          </a:xfrm>
        </p:grpSpPr>
        <p:pic>
          <p:nvPicPr>
            <p:cNvPr id="42" name="図 41">
              <a:extLst>
                <a:ext uri="{FF2B5EF4-FFF2-40B4-BE49-F238E27FC236}">
                  <a16:creationId xmlns:a16="http://schemas.microsoft.com/office/drawing/2014/main" id="{A4D77169-E2AD-E806-83F2-EF76BF285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28239" y="4987568"/>
              <a:ext cx="1587500" cy="15875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3" name="インク 42">
                  <a:extLst>
                    <a:ext uri="{FF2B5EF4-FFF2-40B4-BE49-F238E27FC236}">
                      <a16:creationId xmlns:a16="http://schemas.microsoft.com/office/drawing/2014/main" id="{7A61FD50-6147-FA65-B81D-64C631DE596A}"/>
                    </a:ext>
                  </a:extLst>
                </p14:cNvPr>
                <p14:cNvContentPartPr/>
                <p14:nvPr/>
              </p14:nvContentPartPr>
              <p14:xfrm>
                <a:off x="9880103" y="3788104"/>
                <a:ext cx="28800" cy="1151640"/>
              </p14:xfrm>
            </p:contentPart>
          </mc:Choice>
          <mc:Fallback xmlns="">
            <p:pic>
              <p:nvPicPr>
                <p:cNvPr id="43" name="インク 42">
                  <a:extLst>
                    <a:ext uri="{FF2B5EF4-FFF2-40B4-BE49-F238E27FC236}">
                      <a16:creationId xmlns:a16="http://schemas.microsoft.com/office/drawing/2014/main" id="{7A61FD50-6147-FA65-B81D-64C631DE596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73983" y="3781984"/>
                  <a:ext cx="41040" cy="11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4" name="インク 43">
                  <a:extLst>
                    <a:ext uri="{FF2B5EF4-FFF2-40B4-BE49-F238E27FC236}">
                      <a16:creationId xmlns:a16="http://schemas.microsoft.com/office/drawing/2014/main" id="{91C0EF06-6319-8F9A-5206-3D4CAEF27716}"/>
                    </a:ext>
                  </a:extLst>
                </p14:cNvPr>
                <p14:cNvContentPartPr/>
                <p14:nvPr/>
              </p14:nvContentPartPr>
              <p14:xfrm>
                <a:off x="10562663" y="5093464"/>
                <a:ext cx="1368360" cy="473400"/>
              </p14:xfrm>
            </p:contentPart>
          </mc:Choice>
          <mc:Fallback xmlns="">
            <p:pic>
              <p:nvPicPr>
                <p:cNvPr id="44" name="インク 43">
                  <a:extLst>
                    <a:ext uri="{FF2B5EF4-FFF2-40B4-BE49-F238E27FC236}">
                      <a16:creationId xmlns:a16="http://schemas.microsoft.com/office/drawing/2014/main" id="{91C0EF06-6319-8F9A-5206-3D4CAEF2771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56543" y="5087344"/>
                  <a:ext cx="1380600" cy="485640"/>
                </a:xfrm>
                <a:prstGeom prst="rect">
                  <a:avLst/>
                </a:prstGeom>
              </p:spPr>
            </p:pic>
          </mc:Fallback>
        </mc:AlternateContent>
        <p:pic>
          <p:nvPicPr>
            <p:cNvPr id="45" name="図 44">
              <a:extLst>
                <a:ext uri="{FF2B5EF4-FFF2-40B4-BE49-F238E27FC236}">
                  <a16:creationId xmlns:a16="http://schemas.microsoft.com/office/drawing/2014/main" id="{94D853F0-0718-B865-7B46-C0C514560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9770630">
              <a:off x="9956693" y="3814119"/>
              <a:ext cx="1908071" cy="1431053"/>
            </a:xfrm>
            <a:prstGeom prst="rect">
              <a:avLst/>
            </a:prstGeom>
          </p:spPr>
        </p:pic>
      </p:grpSp>
      <p:sp>
        <p:nvSpPr>
          <p:cNvPr id="46" name="下矢印 45">
            <a:extLst>
              <a:ext uri="{FF2B5EF4-FFF2-40B4-BE49-F238E27FC236}">
                <a16:creationId xmlns:a16="http://schemas.microsoft.com/office/drawing/2014/main" id="{BCE73EB6-9524-EACE-256E-B7017C7862CC}"/>
              </a:ext>
            </a:extLst>
          </p:cNvPr>
          <p:cNvSpPr/>
          <p:nvPr/>
        </p:nvSpPr>
        <p:spPr>
          <a:xfrm rot="16200000">
            <a:off x="5699402" y="2230928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E99CAA7F-128E-6D20-5687-DC2A386D3D76}"/>
              </a:ext>
            </a:extLst>
          </p:cNvPr>
          <p:cNvSpPr txBox="1"/>
          <p:nvPr/>
        </p:nvSpPr>
        <p:spPr>
          <a:xfrm>
            <a:off x="7149623" y="2161433"/>
            <a:ext cx="1620957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800"/>
              <a:t>音量変更</a:t>
            </a:r>
            <a:endParaRPr kumimoji="1" lang="ja-JP" altLang="en-US" sz="2800"/>
          </a:p>
        </p:txBody>
      </p:sp>
      <p:sp>
        <p:nvSpPr>
          <p:cNvPr id="48" name="角丸四角形 47">
            <a:extLst>
              <a:ext uri="{FF2B5EF4-FFF2-40B4-BE49-F238E27FC236}">
                <a16:creationId xmlns:a16="http://schemas.microsoft.com/office/drawing/2014/main" id="{F0C955B3-2E96-84A3-286A-256570872F9E}"/>
              </a:ext>
            </a:extLst>
          </p:cNvPr>
          <p:cNvSpPr/>
          <p:nvPr/>
        </p:nvSpPr>
        <p:spPr>
          <a:xfrm>
            <a:off x="8175614" y="937118"/>
            <a:ext cx="2965422" cy="7504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>
                <a:solidFill>
                  <a:schemeClr val="tx1"/>
                </a:solidFill>
              </a:rPr>
              <a:t>楽器</a:t>
            </a:r>
            <a:r>
              <a:rPr kumimoji="1" lang="ja-JP" altLang="en-US" sz="2800">
                <a:solidFill>
                  <a:schemeClr val="tx1"/>
                </a:solidFill>
              </a:rPr>
              <a:t>デバイス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7620667-A588-C505-FB60-910DDF8640F0}"/>
              </a:ext>
            </a:extLst>
          </p:cNvPr>
          <p:cNvSpPr txBox="1"/>
          <p:nvPr/>
        </p:nvSpPr>
        <p:spPr>
          <a:xfrm>
            <a:off x="8875197" y="4908794"/>
            <a:ext cx="2186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楽器</a:t>
            </a:r>
            <a:r>
              <a:rPr kumimoji="1" lang="en-US" altLang="ja-JP" sz="2800" dirty="0"/>
              <a:t>Arduino</a:t>
            </a:r>
            <a:endParaRPr kumimoji="1" lang="ja-JP" altLang="en-US" sz="280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D8B5E556-C2BC-1A9E-0717-8363232107BF}"/>
              </a:ext>
            </a:extLst>
          </p:cNvPr>
          <p:cNvGrpSpPr/>
          <p:nvPr/>
        </p:nvGrpSpPr>
        <p:grpSpPr>
          <a:xfrm>
            <a:off x="368963" y="856363"/>
            <a:ext cx="5727037" cy="3872508"/>
            <a:chOff x="-147268" y="791378"/>
            <a:chExt cx="5727037" cy="3872508"/>
          </a:xfrm>
        </p:grpSpPr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26C749FF-F958-10EF-E83F-10C0B3316817}"/>
                </a:ext>
              </a:extLst>
            </p:cNvPr>
            <p:cNvGrpSpPr/>
            <p:nvPr/>
          </p:nvGrpSpPr>
          <p:grpSpPr>
            <a:xfrm>
              <a:off x="-147268" y="2494301"/>
              <a:ext cx="2245708" cy="2169585"/>
              <a:chOff x="589597" y="1165852"/>
              <a:chExt cx="2710635" cy="2072999"/>
            </a:xfrm>
          </p:grpSpPr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37E35B83-2291-AD52-F354-E48F83242F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8886" y="1707842"/>
                <a:ext cx="2041346" cy="1531009"/>
              </a:xfrm>
              <a:prstGeom prst="rect">
                <a:avLst/>
              </a:prstGeom>
            </p:spPr>
          </p:pic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7126C35-DB46-3785-DD22-57E7EEB5634B}"/>
                  </a:ext>
                </a:extLst>
              </p:cNvPr>
              <p:cNvSpPr txBox="1"/>
              <p:nvPr/>
            </p:nvSpPr>
            <p:spPr>
              <a:xfrm>
                <a:off x="589597" y="1165852"/>
                <a:ext cx="172354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/>
                  <a:t>スライド式</a:t>
                </a:r>
                <a:endParaRPr kumimoji="1" lang="en-US" altLang="ja-JP" sz="2400" dirty="0"/>
              </a:p>
              <a:p>
                <a:r>
                  <a:rPr kumimoji="1" lang="ja-JP" altLang="en-US" sz="2400"/>
                  <a:t>可変抵抗器</a:t>
                </a:r>
              </a:p>
            </p:txBody>
          </p:sp>
        </p:grp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34A59531-7F5D-7893-8173-584AE5602ADC}"/>
                </a:ext>
              </a:extLst>
            </p:cNvPr>
            <p:cNvGrpSpPr/>
            <p:nvPr/>
          </p:nvGrpSpPr>
          <p:grpSpPr>
            <a:xfrm>
              <a:off x="349998" y="791378"/>
              <a:ext cx="4260540" cy="892888"/>
              <a:chOff x="378366" y="180658"/>
              <a:chExt cx="4260540" cy="892888"/>
            </a:xfrm>
          </p:grpSpPr>
          <p:sp>
            <p:nvSpPr>
              <p:cNvPr id="9" name="左中かっこ 8">
                <a:extLst>
                  <a:ext uri="{FF2B5EF4-FFF2-40B4-BE49-F238E27FC236}">
                    <a16:creationId xmlns:a16="http://schemas.microsoft.com/office/drawing/2014/main" id="{CD50D970-AEE3-089D-CD8B-C5B31DFDA8EF}"/>
                  </a:ext>
                </a:extLst>
              </p:cNvPr>
              <p:cNvSpPr/>
              <p:nvPr/>
            </p:nvSpPr>
            <p:spPr>
              <a:xfrm rot="5400000">
                <a:off x="2284509" y="-1280850"/>
                <a:ext cx="448253" cy="4260540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280103D-CE81-0E0A-5B47-3F2A94BF19E7}"/>
                  </a:ext>
                </a:extLst>
              </p:cNvPr>
              <p:cNvSpPr txBox="1"/>
              <p:nvPr/>
            </p:nvSpPr>
            <p:spPr>
              <a:xfrm>
                <a:off x="1616062" y="180658"/>
                <a:ext cx="22386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/>
                  <a:t>ユーザが操作</a:t>
                </a:r>
              </a:p>
            </p:txBody>
          </p:sp>
        </p:grp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0D7D7945-12CF-DF0D-A62D-C05ECD01DA8B}"/>
                </a:ext>
              </a:extLst>
            </p:cNvPr>
            <p:cNvGrpSpPr/>
            <p:nvPr/>
          </p:nvGrpSpPr>
          <p:grpSpPr>
            <a:xfrm>
              <a:off x="2732451" y="3407677"/>
              <a:ext cx="2847318" cy="876161"/>
              <a:chOff x="7484628" y="1278157"/>
              <a:chExt cx="3077500" cy="1155112"/>
            </a:xfrm>
          </p:grpSpPr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CBFC6AFE-4BEB-A2E9-37A5-5417191F666D}"/>
                  </a:ext>
                </a:extLst>
              </p:cNvPr>
              <p:cNvSpPr/>
              <p:nvPr/>
            </p:nvSpPr>
            <p:spPr>
              <a:xfrm rot="2256980">
                <a:off x="7795921" y="1285262"/>
                <a:ext cx="2766207" cy="25922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" name="直線矢印コネクタ 6">
                <a:extLst>
                  <a:ext uri="{FF2B5EF4-FFF2-40B4-BE49-F238E27FC236}">
                    <a16:creationId xmlns:a16="http://schemas.microsoft.com/office/drawing/2014/main" id="{4EC651F7-2293-379B-6694-B419137FCD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84628" y="1278157"/>
                <a:ext cx="538603" cy="599912"/>
              </a:xfrm>
              <a:prstGeom prst="straightConnector1">
                <a:avLst/>
              </a:prstGeom>
              <a:ln w="476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F08BC97-47F6-3CA2-F77A-68AD53D197D5}"/>
                  </a:ext>
                </a:extLst>
              </p:cNvPr>
              <p:cNvSpPr txBox="1"/>
              <p:nvPr/>
            </p:nvSpPr>
            <p:spPr>
              <a:xfrm>
                <a:off x="7725456" y="1971604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/>
                  <a:t>上下に振る</a:t>
                </a:r>
                <a:endParaRPr kumimoji="1" lang="ja-JP" alt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0327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A6E07-CCB1-1845-8B5D-10AF0473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257B7A7-0E0F-5760-A5F2-C28F02117F63}"/>
              </a:ext>
            </a:extLst>
          </p:cNvPr>
          <p:cNvGrpSpPr/>
          <p:nvPr/>
        </p:nvGrpSpPr>
        <p:grpSpPr>
          <a:xfrm>
            <a:off x="725920" y="2390239"/>
            <a:ext cx="3613863" cy="1968193"/>
            <a:chOff x="754937" y="1460807"/>
            <a:chExt cx="3613863" cy="1968193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BE044460-C474-4FBF-4346-D90EF58F4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2320" y="1691640"/>
              <a:ext cx="2316480" cy="1737360"/>
            </a:xfrm>
            <a:prstGeom prst="rect">
              <a:avLst/>
            </a:prstGeom>
          </p:spPr>
        </p:pic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62CC0FE3-A68B-CD25-250D-AFEB66541DBE}"/>
                </a:ext>
              </a:extLst>
            </p:cNvPr>
            <p:cNvSpPr txBox="1"/>
            <p:nvPr/>
          </p:nvSpPr>
          <p:spPr>
            <a:xfrm>
              <a:off x="754937" y="1460807"/>
              <a:ext cx="172354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スライド式</a:t>
              </a:r>
              <a:endParaRPr kumimoji="1" lang="en-US" altLang="ja-JP" sz="2400" dirty="0"/>
            </a:p>
            <a:p>
              <a:r>
                <a:rPr kumimoji="1" lang="ja-JP" altLang="en-US" sz="2400"/>
                <a:t>可変抵抗器</a:t>
              </a:r>
            </a:p>
          </p:txBody>
        </p:sp>
      </p:grpSp>
      <p:sp>
        <p:nvSpPr>
          <p:cNvPr id="9" name="下矢印 8">
            <a:extLst>
              <a:ext uri="{FF2B5EF4-FFF2-40B4-BE49-F238E27FC236}">
                <a16:creationId xmlns:a16="http://schemas.microsoft.com/office/drawing/2014/main" id="{2B38ECCA-A88F-98FC-353F-E2DBDF4C5EA6}"/>
              </a:ext>
            </a:extLst>
          </p:cNvPr>
          <p:cNvSpPr/>
          <p:nvPr/>
        </p:nvSpPr>
        <p:spPr>
          <a:xfrm rot="16200000">
            <a:off x="5519125" y="2488512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029DB90-B38F-8C1D-6FDB-B7EE7D11D917}"/>
              </a:ext>
            </a:extLst>
          </p:cNvPr>
          <p:cNvSpPr txBox="1"/>
          <p:nvPr/>
        </p:nvSpPr>
        <p:spPr>
          <a:xfrm>
            <a:off x="6945619" y="1945670"/>
            <a:ext cx="1713931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BPM</a:t>
            </a:r>
            <a:r>
              <a:rPr lang="ja-JP" altLang="en-US" sz="2800"/>
              <a:t>変更</a:t>
            </a:r>
            <a:endParaRPr kumimoji="1" lang="ja-JP" altLang="en-US" sz="2800"/>
          </a:p>
        </p:txBody>
      </p: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A1F6DC97-CF67-7C24-8FE4-A858BA79AE23}"/>
              </a:ext>
            </a:extLst>
          </p:cNvPr>
          <p:cNvGrpSpPr/>
          <p:nvPr/>
        </p:nvGrpSpPr>
        <p:grpSpPr>
          <a:xfrm>
            <a:off x="349998" y="791378"/>
            <a:ext cx="4260540" cy="892888"/>
            <a:chOff x="378366" y="180658"/>
            <a:chExt cx="4260540" cy="892888"/>
          </a:xfrm>
        </p:grpSpPr>
        <p:sp>
          <p:nvSpPr>
            <p:cNvPr id="19" name="左中かっこ 18">
              <a:extLst>
                <a:ext uri="{FF2B5EF4-FFF2-40B4-BE49-F238E27FC236}">
                  <a16:creationId xmlns:a16="http://schemas.microsoft.com/office/drawing/2014/main" id="{1018AD58-5502-DEB6-4EC0-8FE0D7AC50E1}"/>
                </a:ext>
              </a:extLst>
            </p:cNvPr>
            <p:cNvSpPr/>
            <p:nvPr/>
          </p:nvSpPr>
          <p:spPr>
            <a:xfrm rot="5400000">
              <a:off x="2284509" y="-1280850"/>
              <a:ext cx="448253" cy="426054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A4EE91C1-F92B-3918-0C69-80D06228357C}"/>
                </a:ext>
              </a:extLst>
            </p:cNvPr>
            <p:cNvSpPr txBox="1"/>
            <p:nvPr/>
          </p:nvSpPr>
          <p:spPr>
            <a:xfrm>
              <a:off x="1616062" y="180658"/>
              <a:ext cx="22386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/>
                <a:t>ユーザが操作</a:t>
              </a:r>
            </a:p>
          </p:txBody>
        </p:sp>
      </p:grpSp>
      <p:cxnSp>
        <p:nvCxnSpPr>
          <p:cNvPr id="57" name="曲線コネクタ 56">
            <a:extLst>
              <a:ext uri="{FF2B5EF4-FFF2-40B4-BE49-F238E27FC236}">
                <a16:creationId xmlns:a16="http://schemas.microsoft.com/office/drawing/2014/main" id="{21CAECCC-54E4-63CF-C53A-C705CFEDAFC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24626" y="2182595"/>
            <a:ext cx="827898" cy="997790"/>
          </a:xfrm>
          <a:prstGeom prst="curvedConnector4">
            <a:avLst>
              <a:gd name="adj1" fmla="val -27612"/>
              <a:gd name="adj2" fmla="val 137783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6D5C590-D942-BC36-D812-A69398270FDA}"/>
              </a:ext>
            </a:extLst>
          </p:cNvPr>
          <p:cNvSpPr txBox="1"/>
          <p:nvPr/>
        </p:nvSpPr>
        <p:spPr>
          <a:xfrm>
            <a:off x="8887347" y="1195067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回転の</a:t>
            </a:r>
            <a:r>
              <a:rPr kumimoji="1" lang="ja-JP" altLang="en-US" sz="2400"/>
              <a:t>早さが変わる</a:t>
            </a:r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64B46B72-EC4E-F68C-0E71-39C78C863CD6}"/>
              </a:ext>
            </a:extLst>
          </p:cNvPr>
          <p:cNvSpPr/>
          <p:nvPr/>
        </p:nvSpPr>
        <p:spPr>
          <a:xfrm>
            <a:off x="8061654" y="315329"/>
            <a:ext cx="2965422" cy="7504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>
                <a:solidFill>
                  <a:schemeClr val="tx1"/>
                </a:solidFill>
              </a:rPr>
              <a:t>観覧車デバイス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9107D28-C097-B1BE-3B2D-54377E9C236C}"/>
              </a:ext>
            </a:extLst>
          </p:cNvPr>
          <p:cNvGrpSpPr/>
          <p:nvPr/>
        </p:nvGrpSpPr>
        <p:grpSpPr>
          <a:xfrm>
            <a:off x="8254236" y="2165124"/>
            <a:ext cx="2580257" cy="4206707"/>
            <a:chOff x="6006251" y="808423"/>
            <a:chExt cx="2756018" cy="4493257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E57519D6-6449-11F3-80C4-64CD3C5AAA59}"/>
                </a:ext>
              </a:extLst>
            </p:cNvPr>
            <p:cNvGrpSpPr/>
            <p:nvPr/>
          </p:nvGrpSpPr>
          <p:grpSpPr>
            <a:xfrm>
              <a:off x="6006251" y="867622"/>
              <a:ext cx="2756018" cy="4434058"/>
              <a:chOff x="5888474" y="867622"/>
              <a:chExt cx="2756018" cy="4434058"/>
            </a:xfrm>
          </p:grpSpPr>
          <p:grpSp>
            <p:nvGrpSpPr>
              <p:cNvPr id="36" name="グループ化 35">
                <a:extLst>
                  <a:ext uri="{FF2B5EF4-FFF2-40B4-BE49-F238E27FC236}">
                    <a16:creationId xmlns:a16="http://schemas.microsoft.com/office/drawing/2014/main" id="{97446EC4-3C04-64D0-D40C-3B6380C15065}"/>
                  </a:ext>
                </a:extLst>
              </p:cNvPr>
              <p:cNvGrpSpPr/>
              <p:nvPr/>
            </p:nvGrpSpPr>
            <p:grpSpPr>
              <a:xfrm>
                <a:off x="5888474" y="867622"/>
                <a:ext cx="2756018" cy="4434058"/>
                <a:chOff x="4024191" y="1027860"/>
                <a:chExt cx="2756018" cy="4434058"/>
              </a:xfrm>
            </p:grpSpPr>
            <p:sp>
              <p:nvSpPr>
                <p:cNvPr id="38" name="正方形/長方形 37">
                  <a:extLst>
                    <a:ext uri="{FF2B5EF4-FFF2-40B4-BE49-F238E27FC236}">
                      <a16:creationId xmlns:a16="http://schemas.microsoft.com/office/drawing/2014/main" id="{AD123CD7-77B3-3BB6-4E97-5A4C6116D2D8}"/>
                    </a:ext>
                  </a:extLst>
                </p:cNvPr>
                <p:cNvSpPr/>
                <p:nvPr/>
              </p:nvSpPr>
              <p:spPr>
                <a:xfrm rot="10800000">
                  <a:off x="4024191" y="2250985"/>
                  <a:ext cx="370092" cy="249440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39" name="グループ化 38">
                  <a:extLst>
                    <a:ext uri="{FF2B5EF4-FFF2-40B4-BE49-F238E27FC236}">
                      <a16:creationId xmlns:a16="http://schemas.microsoft.com/office/drawing/2014/main" id="{8351AE9C-BDAC-C142-E7B9-D695CCC30886}"/>
                    </a:ext>
                  </a:extLst>
                </p:cNvPr>
                <p:cNvGrpSpPr/>
                <p:nvPr/>
              </p:nvGrpSpPr>
              <p:grpSpPr>
                <a:xfrm>
                  <a:off x="4209236" y="1027860"/>
                  <a:ext cx="2570973" cy="4434058"/>
                  <a:chOff x="4209236" y="1027860"/>
                  <a:chExt cx="2570973" cy="4434058"/>
                </a:xfrm>
              </p:grpSpPr>
              <p:sp>
                <p:nvSpPr>
                  <p:cNvPr id="40" name="正方形/長方形 39">
                    <a:extLst>
                      <a:ext uri="{FF2B5EF4-FFF2-40B4-BE49-F238E27FC236}">
                        <a16:creationId xmlns:a16="http://schemas.microsoft.com/office/drawing/2014/main" id="{B9484BE2-F24F-071F-1B8B-117514AB1FD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47316" y="1027860"/>
                    <a:ext cx="370092" cy="249440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grpSp>
                <p:nvGrpSpPr>
                  <p:cNvPr id="41" name="グループ化 40">
                    <a:extLst>
                      <a:ext uri="{FF2B5EF4-FFF2-40B4-BE49-F238E27FC236}">
                        <a16:creationId xmlns:a16="http://schemas.microsoft.com/office/drawing/2014/main" id="{0687EE00-B796-E6B9-45F7-FDF5BB190AF7}"/>
                      </a:ext>
                    </a:extLst>
                  </p:cNvPr>
                  <p:cNvGrpSpPr/>
                  <p:nvPr/>
                </p:nvGrpSpPr>
                <p:grpSpPr>
                  <a:xfrm>
                    <a:off x="4209236" y="1152580"/>
                    <a:ext cx="2570973" cy="4309338"/>
                    <a:chOff x="4209236" y="1152580"/>
                    <a:chExt cx="2570973" cy="4309338"/>
                  </a:xfrm>
                </p:grpSpPr>
                <p:grpSp>
                  <p:nvGrpSpPr>
                    <p:cNvPr id="42" name="グループ化 41">
                      <a:extLst>
                        <a:ext uri="{FF2B5EF4-FFF2-40B4-BE49-F238E27FC236}">
                          <a16:creationId xmlns:a16="http://schemas.microsoft.com/office/drawing/2014/main" id="{49C8A3B6-B61C-E4F4-8EA6-FC782331F56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09236" y="1152580"/>
                      <a:ext cx="2570973" cy="4309338"/>
                      <a:chOff x="4358638" y="579120"/>
                      <a:chExt cx="3651878" cy="6121100"/>
                    </a:xfrm>
                  </p:grpSpPr>
                  <p:sp>
                    <p:nvSpPr>
                      <p:cNvPr id="44" name="正方形/長方形 43">
                        <a:extLst>
                          <a:ext uri="{FF2B5EF4-FFF2-40B4-BE49-F238E27FC236}">
                            <a16:creationId xmlns:a16="http://schemas.microsoft.com/office/drawing/2014/main" id="{6996DF0C-5A5B-EBBD-F84A-792D2EA9FAD9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7484828" y="2155053"/>
                        <a:ext cx="525688" cy="354311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45" name="フローチャート: 手作業 44">
                        <a:extLst>
                          <a:ext uri="{FF2B5EF4-FFF2-40B4-BE49-F238E27FC236}">
                            <a16:creationId xmlns:a16="http://schemas.microsoft.com/office/drawing/2014/main" id="{A86D937D-B08B-A566-30D5-0F3D5B4155F8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638801" y="2849889"/>
                        <a:ext cx="914400" cy="2484111"/>
                      </a:xfrm>
                      <a:prstGeom prst="flowChartManualOperation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46" name="円/楕円 45">
                        <a:extLst>
                          <a:ext uri="{FF2B5EF4-FFF2-40B4-BE49-F238E27FC236}">
                            <a16:creationId xmlns:a16="http://schemas.microsoft.com/office/drawing/2014/main" id="{D058B1A7-E745-81CF-8782-97A00AB7E1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8639" y="579120"/>
                        <a:ext cx="3474721" cy="347472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cxnSp>
                    <p:nvCxnSpPr>
                      <p:cNvPr id="47" name="直線コネクタ 46">
                        <a:extLst>
                          <a:ext uri="{FF2B5EF4-FFF2-40B4-BE49-F238E27FC236}">
                            <a16:creationId xmlns:a16="http://schemas.microsoft.com/office/drawing/2014/main" id="{5E88175F-05DE-E6BA-624D-A2F1E10039A4}"/>
                          </a:ext>
                        </a:extLst>
                      </p:cNvPr>
                      <p:cNvCxnSpPr>
                        <a:cxnSpLocks/>
                        <a:stCxn id="46" idx="2"/>
                        <a:endCxn id="46" idx="6"/>
                      </p:cNvCxnSpPr>
                      <p:nvPr/>
                    </p:nvCxnSpPr>
                    <p:spPr>
                      <a:xfrm>
                        <a:off x="4358638" y="2316480"/>
                        <a:ext cx="3474722" cy="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" name="直線コネクタ 47">
                        <a:extLst>
                          <a:ext uri="{FF2B5EF4-FFF2-40B4-BE49-F238E27FC236}">
                            <a16:creationId xmlns:a16="http://schemas.microsoft.com/office/drawing/2014/main" id="{32CBB278-B1CB-5FF4-1EBD-E7D3A247FB03}"/>
                          </a:ext>
                        </a:extLst>
                      </p:cNvPr>
                      <p:cNvCxnSpPr>
                        <a:cxnSpLocks/>
                        <a:endCxn id="46" idx="0"/>
                      </p:cNvCxnSpPr>
                      <p:nvPr/>
                    </p:nvCxnSpPr>
                    <p:spPr>
                      <a:xfrm flipV="1">
                        <a:off x="6096000" y="579120"/>
                        <a:ext cx="0" cy="3802379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9" name="正方形/長方形 48">
                        <a:extLst>
                          <a:ext uri="{FF2B5EF4-FFF2-40B4-BE49-F238E27FC236}">
                            <a16:creationId xmlns:a16="http://schemas.microsoft.com/office/drawing/2014/main" id="{6ACC328F-5D08-EAA5-0CB0-BF817418E5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91883" y="5334001"/>
                        <a:ext cx="2236889" cy="1366219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sp>
                  <p:nvSpPr>
                    <p:cNvPr id="43" name="正方形/長方形 42">
                      <a:extLst>
                        <a:ext uri="{FF2B5EF4-FFF2-40B4-BE49-F238E27FC236}">
                          <a16:creationId xmlns:a16="http://schemas.microsoft.com/office/drawing/2014/main" id="{D81D7465-E026-F90C-0D4D-7EA581F161E5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269798" y="3498149"/>
                      <a:ext cx="370092" cy="249440"/>
                    </a:xfrm>
                    <a:prstGeom prst="rect">
                      <a:avLst/>
                    </a:prstGeom>
                    <a:solidFill>
                      <a:srgbClr val="92D05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</p:grpSp>
          <p:sp>
            <p:nvSpPr>
              <p:cNvPr id="37" name="角丸四角形 36">
                <a:extLst>
                  <a:ext uri="{FF2B5EF4-FFF2-40B4-BE49-F238E27FC236}">
                    <a16:creationId xmlns:a16="http://schemas.microsoft.com/office/drawing/2014/main" id="{1A9C2A56-77FC-11D4-34C5-ED2B4CC19A7C}"/>
                  </a:ext>
                </a:extLst>
              </p:cNvPr>
              <p:cNvSpPr/>
              <p:nvPr/>
            </p:nvSpPr>
            <p:spPr>
              <a:xfrm>
                <a:off x="6974771" y="4462801"/>
                <a:ext cx="715920" cy="7159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E5D12A2C-AFF5-0AD6-078F-5DE69F2498AE}"/>
                </a:ext>
              </a:extLst>
            </p:cNvPr>
            <p:cNvGrpSpPr/>
            <p:nvPr/>
          </p:nvGrpSpPr>
          <p:grpSpPr>
            <a:xfrm rot="2833922">
              <a:off x="6010137" y="834814"/>
              <a:ext cx="2759664" cy="2706882"/>
              <a:chOff x="1762041" y="1593394"/>
              <a:chExt cx="2759664" cy="2706882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DF99F092-B058-B3AA-93F0-31CC2F6BF2A7}"/>
                  </a:ext>
                </a:extLst>
              </p:cNvPr>
              <p:cNvSpPr/>
              <p:nvPr/>
            </p:nvSpPr>
            <p:spPr>
              <a:xfrm rot="10800000">
                <a:off x="1762041" y="2827593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091168B3-89EE-161F-EBA7-169A57D7A16F}"/>
                  </a:ext>
                </a:extLst>
              </p:cNvPr>
              <p:cNvSpPr/>
              <p:nvPr/>
            </p:nvSpPr>
            <p:spPr>
              <a:xfrm rot="10800000">
                <a:off x="2988812" y="1593394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7E29153F-4573-6AB3-B7AD-68560A480BEF}"/>
                  </a:ext>
                </a:extLst>
              </p:cNvPr>
              <p:cNvSpPr/>
              <p:nvPr/>
            </p:nvSpPr>
            <p:spPr>
              <a:xfrm rot="10800000">
                <a:off x="2988812" y="4050836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F45859E1-04CC-0BA1-5F38-18B447680752}"/>
                  </a:ext>
                </a:extLst>
              </p:cNvPr>
              <p:cNvSpPr/>
              <p:nvPr/>
            </p:nvSpPr>
            <p:spPr>
              <a:xfrm rot="10800000">
                <a:off x="4151613" y="2827592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31" name="グループ化 30">
                <a:extLst>
                  <a:ext uri="{FF2B5EF4-FFF2-40B4-BE49-F238E27FC236}">
                    <a16:creationId xmlns:a16="http://schemas.microsoft.com/office/drawing/2014/main" id="{6A56CDD1-203F-AA1D-576F-FA4FF88EF31E}"/>
                  </a:ext>
                </a:extLst>
              </p:cNvPr>
              <p:cNvGrpSpPr/>
              <p:nvPr/>
            </p:nvGrpSpPr>
            <p:grpSpPr>
              <a:xfrm>
                <a:off x="1950732" y="1718114"/>
                <a:ext cx="2446252" cy="2446249"/>
                <a:chOff x="1950732" y="1718114"/>
                <a:chExt cx="2446252" cy="2446249"/>
              </a:xfrm>
            </p:grpSpPr>
            <p:cxnSp>
              <p:nvCxnSpPr>
                <p:cNvPr id="34" name="直線コネクタ 33">
                  <a:extLst>
                    <a:ext uri="{FF2B5EF4-FFF2-40B4-BE49-F238E27FC236}">
                      <a16:creationId xmlns:a16="http://schemas.microsoft.com/office/drawing/2014/main" id="{2BA9CDF9-6A3F-8498-7BDA-91D88E247D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50732" y="2941239"/>
                  <a:ext cx="24462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線コネクタ 34">
                  <a:extLst>
                    <a:ext uri="{FF2B5EF4-FFF2-40B4-BE49-F238E27FC236}">
                      <a16:creationId xmlns:a16="http://schemas.microsoft.com/office/drawing/2014/main" id="{D93DE42D-EF8B-5404-38AF-295C41F730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3858" y="1718114"/>
                  <a:ext cx="0" cy="244624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376454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FF2EC-C2DA-2E80-CB56-D10D87C15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下矢印 8">
            <a:extLst>
              <a:ext uri="{FF2B5EF4-FFF2-40B4-BE49-F238E27FC236}">
                <a16:creationId xmlns:a16="http://schemas.microsoft.com/office/drawing/2014/main" id="{1756B385-0EF8-5AC9-0B55-2E2047494481}"/>
              </a:ext>
            </a:extLst>
          </p:cNvPr>
          <p:cNvSpPr/>
          <p:nvPr/>
        </p:nvSpPr>
        <p:spPr>
          <a:xfrm rot="16200000">
            <a:off x="5729291" y="2679508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2206B55-F1B2-0843-A7C1-201BF125A5E5}"/>
              </a:ext>
            </a:extLst>
          </p:cNvPr>
          <p:cNvSpPr txBox="1"/>
          <p:nvPr/>
        </p:nvSpPr>
        <p:spPr>
          <a:xfrm>
            <a:off x="7052100" y="1844900"/>
            <a:ext cx="1713931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BPM</a:t>
            </a:r>
            <a:r>
              <a:rPr lang="ja-JP" altLang="en-US" sz="2800"/>
              <a:t>変更</a:t>
            </a:r>
            <a:endParaRPr kumimoji="1" lang="ja-JP" altLang="en-US" sz="2800"/>
          </a:p>
        </p:txBody>
      </p:sp>
      <p:cxnSp>
        <p:nvCxnSpPr>
          <p:cNvPr id="57" name="曲線コネクタ 56">
            <a:extLst>
              <a:ext uri="{FF2B5EF4-FFF2-40B4-BE49-F238E27FC236}">
                <a16:creationId xmlns:a16="http://schemas.microsoft.com/office/drawing/2014/main" id="{4DE62A13-93A8-0C02-61CE-6BB571A70A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24626" y="2182595"/>
            <a:ext cx="827898" cy="997790"/>
          </a:xfrm>
          <a:prstGeom prst="curvedConnector4">
            <a:avLst>
              <a:gd name="adj1" fmla="val -27612"/>
              <a:gd name="adj2" fmla="val 137783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E50F9D3-B615-5113-D8F5-85EFFEE7D772}"/>
              </a:ext>
            </a:extLst>
          </p:cNvPr>
          <p:cNvSpPr txBox="1"/>
          <p:nvPr/>
        </p:nvSpPr>
        <p:spPr>
          <a:xfrm>
            <a:off x="8887348" y="137188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回転の</a:t>
            </a:r>
            <a:r>
              <a:rPr kumimoji="1" lang="ja-JP" altLang="en-US" sz="2400"/>
              <a:t>早さが変わる</a:t>
            </a:r>
          </a:p>
        </p:txBody>
      </p:sp>
      <p:sp>
        <p:nvSpPr>
          <p:cNvPr id="32" name="角丸四角形 31">
            <a:extLst>
              <a:ext uri="{FF2B5EF4-FFF2-40B4-BE49-F238E27FC236}">
                <a16:creationId xmlns:a16="http://schemas.microsoft.com/office/drawing/2014/main" id="{7865CD77-7C66-FA58-9F55-C76C5DFF5FBE}"/>
              </a:ext>
            </a:extLst>
          </p:cNvPr>
          <p:cNvSpPr/>
          <p:nvPr/>
        </p:nvSpPr>
        <p:spPr>
          <a:xfrm>
            <a:off x="8061654" y="315329"/>
            <a:ext cx="2965422" cy="7504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>
                <a:solidFill>
                  <a:schemeClr val="tx1"/>
                </a:solidFill>
              </a:rPr>
              <a:t>観覧車デバイス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6F8AE0BE-E28E-2B4E-DD2F-EF9D04F54B40}"/>
              </a:ext>
            </a:extLst>
          </p:cNvPr>
          <p:cNvGrpSpPr/>
          <p:nvPr/>
        </p:nvGrpSpPr>
        <p:grpSpPr>
          <a:xfrm>
            <a:off x="8517291" y="2207280"/>
            <a:ext cx="2580257" cy="4206707"/>
            <a:chOff x="6006251" y="808423"/>
            <a:chExt cx="2756018" cy="4493257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8CB76CD5-0A34-6FBE-37A3-B68C4BBA9819}"/>
                </a:ext>
              </a:extLst>
            </p:cNvPr>
            <p:cNvGrpSpPr/>
            <p:nvPr/>
          </p:nvGrpSpPr>
          <p:grpSpPr>
            <a:xfrm>
              <a:off x="6006251" y="867622"/>
              <a:ext cx="2756018" cy="4434058"/>
              <a:chOff x="5888474" y="867622"/>
              <a:chExt cx="2756018" cy="4434058"/>
            </a:xfrm>
          </p:grpSpPr>
          <p:grpSp>
            <p:nvGrpSpPr>
              <p:cNvPr id="36" name="グループ化 35">
                <a:extLst>
                  <a:ext uri="{FF2B5EF4-FFF2-40B4-BE49-F238E27FC236}">
                    <a16:creationId xmlns:a16="http://schemas.microsoft.com/office/drawing/2014/main" id="{60BFC637-B09F-664E-9461-0E33BF89E2CB}"/>
                  </a:ext>
                </a:extLst>
              </p:cNvPr>
              <p:cNvGrpSpPr/>
              <p:nvPr/>
            </p:nvGrpSpPr>
            <p:grpSpPr>
              <a:xfrm>
                <a:off x="5888474" y="867622"/>
                <a:ext cx="2756018" cy="4434058"/>
                <a:chOff x="4024191" y="1027860"/>
                <a:chExt cx="2756018" cy="4434058"/>
              </a:xfrm>
            </p:grpSpPr>
            <p:sp>
              <p:nvSpPr>
                <p:cNvPr id="38" name="正方形/長方形 37">
                  <a:extLst>
                    <a:ext uri="{FF2B5EF4-FFF2-40B4-BE49-F238E27FC236}">
                      <a16:creationId xmlns:a16="http://schemas.microsoft.com/office/drawing/2014/main" id="{AFF9AE0F-C7B4-2B4C-1D10-E94DC3BBA2F8}"/>
                    </a:ext>
                  </a:extLst>
                </p:cNvPr>
                <p:cNvSpPr/>
                <p:nvPr/>
              </p:nvSpPr>
              <p:spPr>
                <a:xfrm rot="10800000">
                  <a:off x="4024191" y="2250985"/>
                  <a:ext cx="370092" cy="249440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39" name="グループ化 38">
                  <a:extLst>
                    <a:ext uri="{FF2B5EF4-FFF2-40B4-BE49-F238E27FC236}">
                      <a16:creationId xmlns:a16="http://schemas.microsoft.com/office/drawing/2014/main" id="{707B86BE-5CE8-FD3A-FD76-4A7807BE5A99}"/>
                    </a:ext>
                  </a:extLst>
                </p:cNvPr>
                <p:cNvGrpSpPr/>
                <p:nvPr/>
              </p:nvGrpSpPr>
              <p:grpSpPr>
                <a:xfrm>
                  <a:off x="4209236" y="1027860"/>
                  <a:ext cx="2570973" cy="4434058"/>
                  <a:chOff x="4209236" y="1027860"/>
                  <a:chExt cx="2570973" cy="4434058"/>
                </a:xfrm>
              </p:grpSpPr>
              <p:sp>
                <p:nvSpPr>
                  <p:cNvPr id="40" name="正方形/長方形 39">
                    <a:extLst>
                      <a:ext uri="{FF2B5EF4-FFF2-40B4-BE49-F238E27FC236}">
                        <a16:creationId xmlns:a16="http://schemas.microsoft.com/office/drawing/2014/main" id="{C1293137-4755-6B7A-E523-381945AF579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47316" y="1027860"/>
                    <a:ext cx="370092" cy="249440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grpSp>
                <p:nvGrpSpPr>
                  <p:cNvPr id="41" name="グループ化 40">
                    <a:extLst>
                      <a:ext uri="{FF2B5EF4-FFF2-40B4-BE49-F238E27FC236}">
                        <a16:creationId xmlns:a16="http://schemas.microsoft.com/office/drawing/2014/main" id="{92850650-173B-1B72-92D2-EA8C6A31857F}"/>
                      </a:ext>
                    </a:extLst>
                  </p:cNvPr>
                  <p:cNvGrpSpPr/>
                  <p:nvPr/>
                </p:nvGrpSpPr>
                <p:grpSpPr>
                  <a:xfrm>
                    <a:off x="4209236" y="1152580"/>
                    <a:ext cx="2570973" cy="4309338"/>
                    <a:chOff x="4209236" y="1152580"/>
                    <a:chExt cx="2570973" cy="4309338"/>
                  </a:xfrm>
                </p:grpSpPr>
                <p:grpSp>
                  <p:nvGrpSpPr>
                    <p:cNvPr id="42" name="グループ化 41">
                      <a:extLst>
                        <a:ext uri="{FF2B5EF4-FFF2-40B4-BE49-F238E27FC236}">
                          <a16:creationId xmlns:a16="http://schemas.microsoft.com/office/drawing/2014/main" id="{DF684815-CF94-2B75-4B0F-34B43C10CB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09236" y="1152580"/>
                      <a:ext cx="2570973" cy="4309338"/>
                      <a:chOff x="4358638" y="579120"/>
                      <a:chExt cx="3651878" cy="6121100"/>
                    </a:xfrm>
                  </p:grpSpPr>
                  <p:sp>
                    <p:nvSpPr>
                      <p:cNvPr id="44" name="正方形/長方形 43">
                        <a:extLst>
                          <a:ext uri="{FF2B5EF4-FFF2-40B4-BE49-F238E27FC236}">
                            <a16:creationId xmlns:a16="http://schemas.microsoft.com/office/drawing/2014/main" id="{D8E9120F-5F67-B68B-44AD-C0D3BE73EDAB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7484828" y="2155053"/>
                        <a:ext cx="525688" cy="354311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45" name="フローチャート: 手作業 44">
                        <a:extLst>
                          <a:ext uri="{FF2B5EF4-FFF2-40B4-BE49-F238E27FC236}">
                            <a16:creationId xmlns:a16="http://schemas.microsoft.com/office/drawing/2014/main" id="{9B61CCFB-70A0-EDF8-C8CA-29C4EA4BD308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638801" y="2849889"/>
                        <a:ext cx="914400" cy="2484111"/>
                      </a:xfrm>
                      <a:prstGeom prst="flowChartManualOperation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46" name="円/楕円 45">
                        <a:extLst>
                          <a:ext uri="{FF2B5EF4-FFF2-40B4-BE49-F238E27FC236}">
                            <a16:creationId xmlns:a16="http://schemas.microsoft.com/office/drawing/2014/main" id="{2FAB23B4-A7E8-C974-ECB1-4458D52395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8639" y="579120"/>
                        <a:ext cx="3474721" cy="347472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cxnSp>
                    <p:nvCxnSpPr>
                      <p:cNvPr id="47" name="直線コネクタ 46">
                        <a:extLst>
                          <a:ext uri="{FF2B5EF4-FFF2-40B4-BE49-F238E27FC236}">
                            <a16:creationId xmlns:a16="http://schemas.microsoft.com/office/drawing/2014/main" id="{6163E804-0630-AA5B-659D-9528CE1D3BF6}"/>
                          </a:ext>
                        </a:extLst>
                      </p:cNvPr>
                      <p:cNvCxnSpPr>
                        <a:cxnSpLocks/>
                        <a:stCxn id="46" idx="2"/>
                        <a:endCxn id="46" idx="6"/>
                      </p:cNvCxnSpPr>
                      <p:nvPr/>
                    </p:nvCxnSpPr>
                    <p:spPr>
                      <a:xfrm>
                        <a:off x="4358638" y="2316480"/>
                        <a:ext cx="3474722" cy="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" name="直線コネクタ 47">
                        <a:extLst>
                          <a:ext uri="{FF2B5EF4-FFF2-40B4-BE49-F238E27FC236}">
                            <a16:creationId xmlns:a16="http://schemas.microsoft.com/office/drawing/2014/main" id="{F2D34977-0296-CD27-988F-00F2500E3E2E}"/>
                          </a:ext>
                        </a:extLst>
                      </p:cNvPr>
                      <p:cNvCxnSpPr>
                        <a:cxnSpLocks/>
                        <a:endCxn id="46" idx="0"/>
                      </p:cNvCxnSpPr>
                      <p:nvPr/>
                    </p:nvCxnSpPr>
                    <p:spPr>
                      <a:xfrm flipV="1">
                        <a:off x="6096000" y="579120"/>
                        <a:ext cx="0" cy="3802379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49" name="正方形/長方形 48">
                        <a:extLst>
                          <a:ext uri="{FF2B5EF4-FFF2-40B4-BE49-F238E27FC236}">
                            <a16:creationId xmlns:a16="http://schemas.microsoft.com/office/drawing/2014/main" id="{5CF3D079-BA27-5042-0B28-64657CB564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91883" y="5334001"/>
                        <a:ext cx="2236889" cy="1366219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sp>
                  <p:nvSpPr>
                    <p:cNvPr id="43" name="正方形/長方形 42">
                      <a:extLst>
                        <a:ext uri="{FF2B5EF4-FFF2-40B4-BE49-F238E27FC236}">
                          <a16:creationId xmlns:a16="http://schemas.microsoft.com/office/drawing/2014/main" id="{E89D968D-18F2-1837-326E-F7D4738B5C90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269798" y="3498149"/>
                      <a:ext cx="370092" cy="249440"/>
                    </a:xfrm>
                    <a:prstGeom prst="rect">
                      <a:avLst/>
                    </a:prstGeom>
                    <a:solidFill>
                      <a:srgbClr val="92D05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</p:grpSp>
          <p:sp>
            <p:nvSpPr>
              <p:cNvPr id="37" name="角丸四角形 36">
                <a:extLst>
                  <a:ext uri="{FF2B5EF4-FFF2-40B4-BE49-F238E27FC236}">
                    <a16:creationId xmlns:a16="http://schemas.microsoft.com/office/drawing/2014/main" id="{4870FB34-0598-C4D6-6F60-E05E89CB4D7B}"/>
                  </a:ext>
                </a:extLst>
              </p:cNvPr>
              <p:cNvSpPr/>
              <p:nvPr/>
            </p:nvSpPr>
            <p:spPr>
              <a:xfrm>
                <a:off x="6974771" y="4462801"/>
                <a:ext cx="715920" cy="7159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C5E6FD47-6939-324B-772C-3C079C2F039C}"/>
                </a:ext>
              </a:extLst>
            </p:cNvPr>
            <p:cNvGrpSpPr/>
            <p:nvPr/>
          </p:nvGrpSpPr>
          <p:grpSpPr>
            <a:xfrm rot="2833922">
              <a:off x="6010137" y="834814"/>
              <a:ext cx="2759664" cy="2706882"/>
              <a:chOff x="1762041" y="1593394"/>
              <a:chExt cx="2759664" cy="2706882"/>
            </a:xfrm>
          </p:grpSpPr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0ACB3C8F-6C48-0492-6CC7-78E2FF35C67A}"/>
                  </a:ext>
                </a:extLst>
              </p:cNvPr>
              <p:cNvSpPr/>
              <p:nvPr/>
            </p:nvSpPr>
            <p:spPr>
              <a:xfrm rot="10800000">
                <a:off x="1762041" y="2827593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5E4B9CC4-2456-D400-FAC3-D20380B6A03F}"/>
                  </a:ext>
                </a:extLst>
              </p:cNvPr>
              <p:cNvSpPr/>
              <p:nvPr/>
            </p:nvSpPr>
            <p:spPr>
              <a:xfrm rot="10800000">
                <a:off x="2988812" y="1593394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D4F19BC1-D1C6-7F0C-15F8-EB3D0E0E1F6C}"/>
                  </a:ext>
                </a:extLst>
              </p:cNvPr>
              <p:cNvSpPr/>
              <p:nvPr/>
            </p:nvSpPr>
            <p:spPr>
              <a:xfrm rot="10800000">
                <a:off x="2988812" y="4050836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正方形/長方形 29">
                <a:extLst>
                  <a:ext uri="{FF2B5EF4-FFF2-40B4-BE49-F238E27FC236}">
                    <a16:creationId xmlns:a16="http://schemas.microsoft.com/office/drawing/2014/main" id="{09A0BD7D-51ED-3DC2-94B6-51E7072FEF40}"/>
                  </a:ext>
                </a:extLst>
              </p:cNvPr>
              <p:cNvSpPr/>
              <p:nvPr/>
            </p:nvSpPr>
            <p:spPr>
              <a:xfrm rot="10800000">
                <a:off x="4151613" y="2827592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31" name="グループ化 30">
                <a:extLst>
                  <a:ext uri="{FF2B5EF4-FFF2-40B4-BE49-F238E27FC236}">
                    <a16:creationId xmlns:a16="http://schemas.microsoft.com/office/drawing/2014/main" id="{60FE1EB8-3228-6145-949D-677ED903C9FE}"/>
                  </a:ext>
                </a:extLst>
              </p:cNvPr>
              <p:cNvGrpSpPr/>
              <p:nvPr/>
            </p:nvGrpSpPr>
            <p:grpSpPr>
              <a:xfrm>
                <a:off x="1950732" y="1718114"/>
                <a:ext cx="2446252" cy="2446249"/>
                <a:chOff x="1950732" y="1718114"/>
                <a:chExt cx="2446252" cy="2446249"/>
              </a:xfrm>
            </p:grpSpPr>
            <p:cxnSp>
              <p:nvCxnSpPr>
                <p:cNvPr id="34" name="直線コネクタ 33">
                  <a:extLst>
                    <a:ext uri="{FF2B5EF4-FFF2-40B4-BE49-F238E27FC236}">
                      <a16:creationId xmlns:a16="http://schemas.microsoft.com/office/drawing/2014/main" id="{BD88103B-3181-DB9B-4A8B-7FC75ED583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50732" y="2941239"/>
                  <a:ext cx="24462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線コネクタ 34">
                  <a:extLst>
                    <a:ext uri="{FF2B5EF4-FFF2-40B4-BE49-F238E27FC236}">
                      <a16:creationId xmlns:a16="http://schemas.microsoft.com/office/drawing/2014/main" id="{D3F97C5E-C341-6EC6-40DC-FA9719274A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3858" y="1718114"/>
                  <a:ext cx="0" cy="244624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BC60E4EC-9274-0E20-FB11-E596C47FA5F5}"/>
              </a:ext>
            </a:extLst>
          </p:cNvPr>
          <p:cNvGrpSpPr/>
          <p:nvPr/>
        </p:nvGrpSpPr>
        <p:grpSpPr>
          <a:xfrm>
            <a:off x="-10287" y="791378"/>
            <a:ext cx="5590056" cy="3855551"/>
            <a:chOff x="-10287" y="791378"/>
            <a:chExt cx="5590056" cy="3855551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8A159D5B-2A5A-0124-B5B0-D95E2B13AE76}"/>
                </a:ext>
              </a:extLst>
            </p:cNvPr>
            <p:cNvGrpSpPr/>
            <p:nvPr/>
          </p:nvGrpSpPr>
          <p:grpSpPr>
            <a:xfrm>
              <a:off x="-10287" y="2802998"/>
              <a:ext cx="2766071" cy="1843931"/>
              <a:chOff x="754937" y="1460807"/>
              <a:chExt cx="3338729" cy="1761843"/>
            </a:xfrm>
          </p:grpSpPr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42CB09DA-35D8-77D3-C015-1FF165A0FC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2320" y="1691641"/>
                <a:ext cx="2041346" cy="1531009"/>
              </a:xfrm>
              <a:prstGeom prst="rect">
                <a:avLst/>
              </a:prstGeom>
            </p:spPr>
          </p:pic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3DBFBFFE-78CF-4528-39C3-33C6E973BD89}"/>
                  </a:ext>
                </a:extLst>
              </p:cNvPr>
              <p:cNvSpPr txBox="1"/>
              <p:nvPr/>
            </p:nvSpPr>
            <p:spPr>
              <a:xfrm>
                <a:off x="754937" y="1460807"/>
                <a:ext cx="172354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/>
                  <a:t>スライド式</a:t>
                </a:r>
                <a:endParaRPr kumimoji="1" lang="en-US" altLang="ja-JP" sz="2400" dirty="0"/>
              </a:p>
              <a:p>
                <a:r>
                  <a:rPr kumimoji="1" lang="ja-JP" altLang="en-US" sz="2400"/>
                  <a:t>可変抵抗器</a:t>
                </a:r>
              </a:p>
            </p:txBody>
          </p:sp>
        </p:grpSp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18D5CAEF-7395-125B-73D1-F89517BCD0AE}"/>
                </a:ext>
              </a:extLst>
            </p:cNvPr>
            <p:cNvGrpSpPr/>
            <p:nvPr/>
          </p:nvGrpSpPr>
          <p:grpSpPr>
            <a:xfrm>
              <a:off x="349998" y="791378"/>
              <a:ext cx="4260540" cy="892888"/>
              <a:chOff x="378366" y="180658"/>
              <a:chExt cx="4260540" cy="892888"/>
            </a:xfrm>
          </p:grpSpPr>
          <p:sp>
            <p:nvSpPr>
              <p:cNvPr id="19" name="左中かっこ 18">
                <a:extLst>
                  <a:ext uri="{FF2B5EF4-FFF2-40B4-BE49-F238E27FC236}">
                    <a16:creationId xmlns:a16="http://schemas.microsoft.com/office/drawing/2014/main" id="{600013AE-2B4C-E085-88FB-16D26780F938}"/>
                  </a:ext>
                </a:extLst>
              </p:cNvPr>
              <p:cNvSpPr/>
              <p:nvPr/>
            </p:nvSpPr>
            <p:spPr>
              <a:xfrm rot="5400000">
                <a:off x="2284509" y="-1280850"/>
                <a:ext cx="448253" cy="4260540"/>
              </a:xfrm>
              <a:prstGeom prst="lef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AD766E3E-0B08-A77A-13EB-42B6AB994DA8}"/>
                  </a:ext>
                </a:extLst>
              </p:cNvPr>
              <p:cNvSpPr txBox="1"/>
              <p:nvPr/>
            </p:nvSpPr>
            <p:spPr>
              <a:xfrm>
                <a:off x="1616062" y="180658"/>
                <a:ext cx="22386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/>
                  <a:t>ユーザが操作</a:t>
                </a: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3DECA1F7-66DE-3C6B-EBDF-A6AF88C52AA1}"/>
                </a:ext>
              </a:extLst>
            </p:cNvPr>
            <p:cNvGrpSpPr/>
            <p:nvPr/>
          </p:nvGrpSpPr>
          <p:grpSpPr>
            <a:xfrm>
              <a:off x="2732451" y="3407677"/>
              <a:ext cx="2847318" cy="876161"/>
              <a:chOff x="7484628" y="1278157"/>
              <a:chExt cx="3077500" cy="1155112"/>
            </a:xfrm>
          </p:grpSpPr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30E93B02-8817-7422-C070-A47D607E1355}"/>
                  </a:ext>
                </a:extLst>
              </p:cNvPr>
              <p:cNvSpPr/>
              <p:nvPr/>
            </p:nvSpPr>
            <p:spPr>
              <a:xfrm rot="2256980">
                <a:off x="7795921" y="1285262"/>
                <a:ext cx="2766207" cy="259226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96FA2DE6-896A-A0FC-2EA5-4C9842B979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84628" y="1278157"/>
                <a:ext cx="538603" cy="599912"/>
              </a:xfrm>
              <a:prstGeom prst="straightConnector1">
                <a:avLst/>
              </a:prstGeom>
              <a:ln w="4762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5A2F526A-BF8A-804F-6572-CEBB2D529745}"/>
                  </a:ext>
                </a:extLst>
              </p:cNvPr>
              <p:cNvSpPr txBox="1"/>
              <p:nvPr/>
            </p:nvSpPr>
            <p:spPr>
              <a:xfrm>
                <a:off x="7725456" y="1971604"/>
                <a:ext cx="17235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/>
                  <a:t>上下に振る</a:t>
                </a:r>
                <a:endParaRPr kumimoji="1" lang="ja-JP" alt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73567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6A4831-1EFC-FB6F-4278-815744A6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7601" y="6390800"/>
            <a:ext cx="2743200" cy="365125"/>
          </a:xfrm>
        </p:spPr>
        <p:txBody>
          <a:bodyPr/>
          <a:lstStyle/>
          <a:p>
            <a:fld id="{0B6D68B8-038E-7943-8C7E-5287C96C9B9F}" type="slidenum">
              <a:rPr kumimoji="1" lang="ja-JP" altLang="en-US" smtClean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10</a:t>
            </a:fld>
            <a:endParaRPr kumimoji="1" lang="ja-JP" altLang="en-US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FFBB25-65E6-3D16-0A29-59BF645FB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20G0000</a:t>
            </a:r>
            <a:r>
              <a:rPr kumimoji="1" lang="ja-JP" altLang="en-US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　名前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CE4342FA-2159-2C2C-1898-4275803DC620}"/>
              </a:ext>
            </a:extLst>
          </p:cNvPr>
          <p:cNvCxnSpPr>
            <a:cxnSpLocks/>
          </p:cNvCxnSpPr>
          <p:nvPr/>
        </p:nvCxnSpPr>
        <p:spPr>
          <a:xfrm>
            <a:off x="271669" y="1046921"/>
            <a:ext cx="11648661" cy="0"/>
          </a:xfrm>
          <a:prstGeom prst="line">
            <a:avLst/>
          </a:prstGeom>
          <a:ln w="444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3022BF4-9F9E-4ED8-88CC-16DBD0CD1D12}"/>
              </a:ext>
            </a:extLst>
          </p:cNvPr>
          <p:cNvSpPr txBox="1"/>
          <p:nvPr/>
        </p:nvSpPr>
        <p:spPr>
          <a:xfrm>
            <a:off x="501640" y="251791"/>
            <a:ext cx="73949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提案システム</a:t>
            </a:r>
            <a:r>
              <a:rPr kumimoji="1" lang="en-US" altLang="ja-JP" sz="48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(</a:t>
            </a:r>
            <a:r>
              <a:rPr kumimoji="1" lang="ja-JP" altLang="en-US" sz="48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ユーザ操作</a:t>
            </a:r>
            <a:r>
              <a:rPr kumimoji="1" lang="en-US" altLang="ja-JP" sz="48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)</a:t>
            </a:r>
            <a:endParaRPr kumimoji="1" lang="ja-JP" altLang="en-US" sz="4800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1AA545E-BB73-22B0-B67C-40E5D747D2A3}"/>
              </a:ext>
            </a:extLst>
          </p:cNvPr>
          <p:cNvGrpSpPr/>
          <p:nvPr/>
        </p:nvGrpSpPr>
        <p:grpSpPr>
          <a:xfrm>
            <a:off x="847587" y="1827039"/>
            <a:ext cx="4092121" cy="2286551"/>
            <a:chOff x="754937" y="1460807"/>
            <a:chExt cx="3613863" cy="1968193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3479F3B0-E244-0E39-4621-276FAA581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2320" y="1691640"/>
              <a:ext cx="2316480" cy="1737360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D13F739D-7481-EB9C-90A0-2AF5D94D8427}"/>
                </a:ext>
              </a:extLst>
            </p:cNvPr>
            <p:cNvSpPr txBox="1"/>
            <p:nvPr/>
          </p:nvSpPr>
          <p:spPr>
            <a:xfrm>
              <a:off x="754937" y="1460807"/>
              <a:ext cx="2607196" cy="1255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3600"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スライド式</a:t>
              </a:r>
              <a:endParaRPr kumimoji="1" lang="en-US" altLang="ja-JP" sz="36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endParaRPr>
            </a:p>
            <a:p>
              <a:r>
                <a:rPr kumimoji="1" lang="ja-JP" altLang="en-US" sz="3600"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可変抵抗器</a:t>
              </a:r>
            </a:p>
          </p:txBody>
        </p:sp>
      </p:grpSp>
      <p:sp>
        <p:nvSpPr>
          <p:cNvPr id="10" name="下矢印 9">
            <a:extLst>
              <a:ext uri="{FF2B5EF4-FFF2-40B4-BE49-F238E27FC236}">
                <a16:creationId xmlns:a16="http://schemas.microsoft.com/office/drawing/2014/main" id="{1878798A-0FC6-B6DA-12A6-B9DDFADDCAB2}"/>
              </a:ext>
            </a:extLst>
          </p:cNvPr>
          <p:cNvSpPr/>
          <p:nvPr/>
        </p:nvSpPr>
        <p:spPr>
          <a:xfrm rot="16200000">
            <a:off x="5380803" y="2071116"/>
            <a:ext cx="1067946" cy="97840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3C4536-3BCC-D982-977A-F266D474C045}"/>
              </a:ext>
            </a:extLst>
          </p:cNvPr>
          <p:cNvSpPr txBox="1"/>
          <p:nvPr/>
        </p:nvSpPr>
        <p:spPr>
          <a:xfrm>
            <a:off x="6595790" y="2283146"/>
            <a:ext cx="2178802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6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BPM</a:t>
            </a:r>
            <a:r>
              <a:rPr lang="ja-JP" altLang="en-US" sz="36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変更</a:t>
            </a:r>
            <a:endParaRPr kumimoji="1" lang="ja-JP" altLang="en-US" sz="3600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64253E9-5F47-8B7A-27C6-E81B941677C6}"/>
              </a:ext>
            </a:extLst>
          </p:cNvPr>
          <p:cNvSpPr txBox="1"/>
          <p:nvPr/>
        </p:nvSpPr>
        <p:spPr>
          <a:xfrm>
            <a:off x="6595790" y="4664402"/>
            <a:ext cx="2031325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36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音量変更</a:t>
            </a:r>
            <a:endParaRPr kumimoji="1" lang="ja-JP" altLang="en-US" sz="3600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4" name="下矢印 13">
            <a:extLst>
              <a:ext uri="{FF2B5EF4-FFF2-40B4-BE49-F238E27FC236}">
                <a16:creationId xmlns:a16="http://schemas.microsoft.com/office/drawing/2014/main" id="{5890BF39-2422-81F3-4DAE-84993CC47EDB}"/>
              </a:ext>
            </a:extLst>
          </p:cNvPr>
          <p:cNvSpPr/>
          <p:nvPr/>
        </p:nvSpPr>
        <p:spPr>
          <a:xfrm rot="16200000">
            <a:off x="5380803" y="4498365"/>
            <a:ext cx="1067946" cy="97840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曲線コネクタ 19">
            <a:extLst>
              <a:ext uri="{FF2B5EF4-FFF2-40B4-BE49-F238E27FC236}">
                <a16:creationId xmlns:a16="http://schemas.microsoft.com/office/drawing/2014/main" id="{1D059DDB-1974-0EF5-1CAC-F8D57495E9D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48714" y="1494491"/>
            <a:ext cx="827898" cy="997790"/>
          </a:xfrm>
          <a:prstGeom prst="curvedConnector4">
            <a:avLst>
              <a:gd name="adj1" fmla="val -27612"/>
              <a:gd name="adj2" fmla="val 137783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2E6D1F7A-5D12-1DAE-38D0-4A8977CCA85E}"/>
              </a:ext>
            </a:extLst>
          </p:cNvPr>
          <p:cNvGrpSpPr/>
          <p:nvPr/>
        </p:nvGrpSpPr>
        <p:grpSpPr>
          <a:xfrm>
            <a:off x="9324244" y="1777496"/>
            <a:ext cx="1499748" cy="2470161"/>
            <a:chOff x="5888474" y="867622"/>
            <a:chExt cx="2798662" cy="4609537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1383E4A3-D773-FE71-8E5C-F636258F8B3B}"/>
                </a:ext>
              </a:extLst>
            </p:cNvPr>
            <p:cNvGrpSpPr/>
            <p:nvPr/>
          </p:nvGrpSpPr>
          <p:grpSpPr>
            <a:xfrm>
              <a:off x="5888474" y="867622"/>
              <a:ext cx="2798662" cy="4609537"/>
              <a:chOff x="4024191" y="1027860"/>
              <a:chExt cx="2798662" cy="4609537"/>
            </a:xfrm>
          </p:grpSpPr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089C7321-19DB-2DE9-B6A4-72C83BD89E3C}"/>
                  </a:ext>
                </a:extLst>
              </p:cNvPr>
              <p:cNvSpPr/>
              <p:nvPr/>
            </p:nvSpPr>
            <p:spPr>
              <a:xfrm rot="10800000">
                <a:off x="4024191" y="2250985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6" name="グループ化 25">
                <a:extLst>
                  <a:ext uri="{FF2B5EF4-FFF2-40B4-BE49-F238E27FC236}">
                    <a16:creationId xmlns:a16="http://schemas.microsoft.com/office/drawing/2014/main" id="{17B36A4A-26F3-250A-3AF0-466C0C790675}"/>
                  </a:ext>
                </a:extLst>
              </p:cNvPr>
              <p:cNvGrpSpPr/>
              <p:nvPr/>
            </p:nvGrpSpPr>
            <p:grpSpPr>
              <a:xfrm>
                <a:off x="4086842" y="1027860"/>
                <a:ext cx="2736011" cy="4609537"/>
                <a:chOff x="4086842" y="1027860"/>
                <a:chExt cx="2736011" cy="4609537"/>
              </a:xfrm>
            </p:grpSpPr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B543E03A-D436-A88E-76E0-C6B2E3E2EFB5}"/>
                    </a:ext>
                  </a:extLst>
                </p:cNvPr>
                <p:cNvSpPr/>
                <p:nvPr/>
              </p:nvSpPr>
              <p:spPr>
                <a:xfrm rot="10800000">
                  <a:off x="5247316" y="1027860"/>
                  <a:ext cx="370092" cy="249440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28" name="グループ化 27">
                  <a:extLst>
                    <a:ext uri="{FF2B5EF4-FFF2-40B4-BE49-F238E27FC236}">
                      <a16:creationId xmlns:a16="http://schemas.microsoft.com/office/drawing/2014/main" id="{3E617924-C831-97D7-19F3-1A0BB116CC05}"/>
                    </a:ext>
                  </a:extLst>
                </p:cNvPr>
                <p:cNvGrpSpPr/>
                <p:nvPr/>
              </p:nvGrpSpPr>
              <p:grpSpPr>
                <a:xfrm>
                  <a:off x="4086842" y="1152580"/>
                  <a:ext cx="2736011" cy="4484817"/>
                  <a:chOff x="4086842" y="1152580"/>
                  <a:chExt cx="2736011" cy="4484817"/>
                </a:xfrm>
              </p:grpSpPr>
              <p:grpSp>
                <p:nvGrpSpPr>
                  <p:cNvPr id="29" name="グループ化 28">
                    <a:extLst>
                      <a:ext uri="{FF2B5EF4-FFF2-40B4-BE49-F238E27FC236}">
                        <a16:creationId xmlns:a16="http://schemas.microsoft.com/office/drawing/2014/main" id="{5A28860B-2DF7-3E1C-42B9-5838E1A4F372}"/>
                      </a:ext>
                    </a:extLst>
                  </p:cNvPr>
                  <p:cNvGrpSpPr/>
                  <p:nvPr/>
                </p:nvGrpSpPr>
                <p:grpSpPr>
                  <a:xfrm>
                    <a:off x="4086842" y="1152580"/>
                    <a:ext cx="2736011" cy="4484817"/>
                    <a:chOff x="4184786" y="579120"/>
                    <a:chExt cx="3886302" cy="6370355"/>
                  </a:xfrm>
                </p:grpSpPr>
                <p:sp>
                  <p:nvSpPr>
                    <p:cNvPr id="31" name="正方形/長方形 30">
                      <a:extLst>
                        <a:ext uri="{FF2B5EF4-FFF2-40B4-BE49-F238E27FC236}">
                          <a16:creationId xmlns:a16="http://schemas.microsoft.com/office/drawing/2014/main" id="{14FC2F12-6C5B-0C99-FCED-D84EE90ED2F9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7484828" y="2155053"/>
                      <a:ext cx="525688" cy="354311"/>
                    </a:xfrm>
                    <a:prstGeom prst="rect">
                      <a:avLst/>
                    </a:prstGeom>
                    <a:solidFill>
                      <a:srgbClr val="92D05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32" name="フローチャート: 手作業 31">
                      <a:extLst>
                        <a:ext uri="{FF2B5EF4-FFF2-40B4-BE49-F238E27FC236}">
                          <a16:creationId xmlns:a16="http://schemas.microsoft.com/office/drawing/2014/main" id="{864654A7-586C-4B36-9C6B-7371DE5A51A1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638801" y="2849889"/>
                      <a:ext cx="914400" cy="2484111"/>
                    </a:xfrm>
                    <a:prstGeom prst="flowChartManualOperation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33" name="円/楕円 32">
                      <a:extLst>
                        <a:ext uri="{FF2B5EF4-FFF2-40B4-BE49-F238E27FC236}">
                          <a16:creationId xmlns:a16="http://schemas.microsoft.com/office/drawing/2014/main" id="{ECA4847B-0930-F8E5-2545-40582A731A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8639" y="579120"/>
                      <a:ext cx="3474721" cy="347472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cxnSp>
                  <p:nvCxnSpPr>
                    <p:cNvPr id="34" name="直線コネクタ 33">
                      <a:extLst>
                        <a:ext uri="{FF2B5EF4-FFF2-40B4-BE49-F238E27FC236}">
                          <a16:creationId xmlns:a16="http://schemas.microsoft.com/office/drawing/2014/main" id="{567D6B31-EBF8-A00C-E984-B65689756B06}"/>
                        </a:ext>
                      </a:extLst>
                    </p:cNvPr>
                    <p:cNvCxnSpPr>
                      <a:cxnSpLocks/>
                      <a:stCxn id="33" idx="2"/>
                      <a:endCxn id="33" idx="6"/>
                    </p:cNvCxnSpPr>
                    <p:nvPr/>
                  </p:nvCxnSpPr>
                  <p:spPr>
                    <a:xfrm>
                      <a:off x="4358638" y="2316480"/>
                      <a:ext cx="3474722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線コネクタ 34">
                      <a:extLst>
                        <a:ext uri="{FF2B5EF4-FFF2-40B4-BE49-F238E27FC236}">
                          <a16:creationId xmlns:a16="http://schemas.microsoft.com/office/drawing/2014/main" id="{CAFDE043-7C99-423F-EADC-7D1FE8720C0D}"/>
                        </a:ext>
                      </a:extLst>
                    </p:cNvPr>
                    <p:cNvCxnSpPr>
                      <a:cxnSpLocks/>
                      <a:endCxn id="33" idx="0"/>
                    </p:cNvCxnSpPr>
                    <p:nvPr/>
                  </p:nvCxnSpPr>
                  <p:spPr>
                    <a:xfrm flipV="1">
                      <a:off x="6096000" y="579120"/>
                      <a:ext cx="0" cy="3802379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6" name="正方形/長方形 35">
                      <a:extLst>
                        <a:ext uri="{FF2B5EF4-FFF2-40B4-BE49-F238E27FC236}">
                          <a16:creationId xmlns:a16="http://schemas.microsoft.com/office/drawing/2014/main" id="{4F765B91-30B0-B62B-6CF4-178F5E9CB9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84786" y="5334001"/>
                      <a:ext cx="3886302" cy="1615474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30" name="正方形/長方形 29">
                    <a:extLst>
                      <a:ext uri="{FF2B5EF4-FFF2-40B4-BE49-F238E27FC236}">
                        <a16:creationId xmlns:a16="http://schemas.microsoft.com/office/drawing/2014/main" id="{27A1CB38-48FD-1923-C7D5-121A680CB42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69798" y="3498149"/>
                    <a:ext cx="370092" cy="249440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847645BA-27E0-6674-73B4-905FE53BCF8D}"/>
                </a:ext>
              </a:extLst>
            </p:cNvPr>
            <p:cNvSpPr/>
            <p:nvPr/>
          </p:nvSpPr>
          <p:spPr>
            <a:xfrm>
              <a:off x="6929845" y="4585760"/>
              <a:ext cx="715920" cy="7159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E8093D61-C46C-5F7F-C517-ED15310C427A}"/>
              </a:ext>
            </a:extLst>
          </p:cNvPr>
          <p:cNvGrpSpPr/>
          <p:nvPr/>
        </p:nvGrpSpPr>
        <p:grpSpPr>
          <a:xfrm>
            <a:off x="838200" y="4129836"/>
            <a:ext cx="4092121" cy="2286551"/>
            <a:chOff x="754937" y="1460807"/>
            <a:chExt cx="3613863" cy="1968193"/>
          </a:xfrm>
        </p:grpSpPr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7ED1BF10-B790-3C6A-73C2-00BCE4BEF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52320" y="1691640"/>
              <a:ext cx="2316480" cy="1737360"/>
            </a:xfrm>
            <a:prstGeom prst="rect">
              <a:avLst/>
            </a:prstGeom>
          </p:spPr>
        </p:pic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7455C699-E69C-3B49-3B61-9A0E082E94C3}"/>
                </a:ext>
              </a:extLst>
            </p:cNvPr>
            <p:cNvSpPr txBox="1"/>
            <p:nvPr/>
          </p:nvSpPr>
          <p:spPr>
            <a:xfrm>
              <a:off x="754937" y="1460807"/>
              <a:ext cx="2607196" cy="1255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3600"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スライド式</a:t>
              </a:r>
              <a:endParaRPr kumimoji="1" lang="en-US" altLang="ja-JP" sz="36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endParaRPr>
            </a:p>
            <a:p>
              <a:r>
                <a:rPr kumimoji="1" lang="ja-JP" altLang="en-US" sz="3600">
                  <a:latin typeface="Hiragino Kaku Gothic Pro W3" panose="020B0300000000000000" pitchFamily="34" charset="-128"/>
                  <a:ea typeface="Hiragino Kaku Gothic Pro W3" panose="020B0300000000000000" pitchFamily="34" charset="-128"/>
                </a:rPr>
                <a:t>可変抵抗器</a:t>
              </a:r>
            </a:p>
          </p:txBody>
        </p:sp>
      </p:grpSp>
      <p:pic>
        <p:nvPicPr>
          <p:cNvPr id="44" name="図 43">
            <a:extLst>
              <a:ext uri="{FF2B5EF4-FFF2-40B4-BE49-F238E27FC236}">
                <a16:creationId xmlns:a16="http://schemas.microsoft.com/office/drawing/2014/main" id="{BD838C53-528B-9E1D-6B60-FBDA3FF3F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958" y="4773116"/>
            <a:ext cx="2274631" cy="170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26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081D-0C1C-C43F-2849-C4F1778F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DEC253-7F02-B079-5A6B-8FADB844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D68B8-038E-7943-8C7E-5287C96C9B9F}" type="slidenum">
              <a:rPr kumimoji="1" lang="ja-JP" altLang="en-US" smtClean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11</a:t>
            </a:fld>
            <a:endParaRPr kumimoji="1" lang="ja-JP" altLang="en-US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E0C242-6B31-B690-354B-9585AD22AE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7403" y="6504462"/>
            <a:ext cx="2743200" cy="365125"/>
          </a:xfrm>
        </p:spPr>
        <p:txBody>
          <a:bodyPr/>
          <a:lstStyle/>
          <a:p>
            <a:r>
              <a:rPr kumimoji="1" lang="en-US" altLang="ja-JP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20G0000</a:t>
            </a:r>
            <a:r>
              <a:rPr kumimoji="1" lang="ja-JP" altLang="en-US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　名前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39D0AE15-EDB3-A3B7-D0B4-AB3682744030}"/>
              </a:ext>
            </a:extLst>
          </p:cNvPr>
          <p:cNvCxnSpPr>
            <a:cxnSpLocks/>
          </p:cNvCxnSpPr>
          <p:nvPr/>
        </p:nvCxnSpPr>
        <p:spPr>
          <a:xfrm>
            <a:off x="271669" y="1046921"/>
            <a:ext cx="11648661" cy="0"/>
          </a:xfrm>
          <a:prstGeom prst="line">
            <a:avLst/>
          </a:prstGeom>
          <a:ln w="444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A23B707-E142-8E48-EEE9-E6C47A39BEA2}"/>
              </a:ext>
            </a:extLst>
          </p:cNvPr>
          <p:cNvSpPr txBox="1"/>
          <p:nvPr/>
        </p:nvSpPr>
        <p:spPr>
          <a:xfrm>
            <a:off x="501640" y="251791"/>
            <a:ext cx="55483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提案システム</a:t>
            </a:r>
            <a:r>
              <a:rPr kumimoji="1" lang="en-US" altLang="ja-JP" sz="4800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(</a:t>
            </a:r>
            <a:r>
              <a:rPr kumimoji="1" lang="ja-JP" altLang="en-US" sz="480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受光</a:t>
            </a:r>
            <a:r>
              <a:rPr kumimoji="1" lang="en-US" altLang="ja-JP" sz="4800" dirty="0">
                <a:latin typeface="Hiragino Kaku Gothic ProN W3" panose="020B0300000000000000" pitchFamily="34" charset="-128"/>
                <a:ea typeface="Hiragino Kaku Gothic ProN W3" panose="020B0300000000000000" pitchFamily="34" charset="-128"/>
              </a:rPr>
              <a:t>)</a:t>
            </a:r>
            <a:endParaRPr kumimoji="1" lang="ja-JP" altLang="en-US" sz="4800">
              <a:latin typeface="Hiragino Kaku Gothic ProN W3" panose="020B0300000000000000" pitchFamily="34" charset="-128"/>
              <a:ea typeface="Hiragino Kaku Gothic ProN W3" panose="020B0300000000000000" pitchFamily="34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5820FDE-C1AF-7891-5029-610DDB03C7C2}"/>
              </a:ext>
            </a:extLst>
          </p:cNvPr>
          <p:cNvGrpSpPr/>
          <p:nvPr/>
        </p:nvGrpSpPr>
        <p:grpSpPr>
          <a:xfrm>
            <a:off x="8334520" y="1223759"/>
            <a:ext cx="958598" cy="4671093"/>
            <a:chOff x="8912592" y="1763694"/>
            <a:chExt cx="621708" cy="3029479"/>
          </a:xfrm>
        </p:grpSpPr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99F12409-D79F-2D0B-DEE6-2EA940FDB2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9007" y="1763694"/>
              <a:ext cx="26472" cy="2644125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台形 8">
              <a:extLst>
                <a:ext uri="{FF2B5EF4-FFF2-40B4-BE49-F238E27FC236}">
                  <a16:creationId xmlns:a16="http://schemas.microsoft.com/office/drawing/2014/main" id="{DAFD8409-231D-F351-445B-3CCC187C9DC1}"/>
                </a:ext>
              </a:extLst>
            </p:cNvPr>
            <p:cNvSpPr/>
            <p:nvPr/>
          </p:nvSpPr>
          <p:spPr>
            <a:xfrm>
              <a:off x="8912592" y="3681414"/>
              <a:ext cx="563880" cy="1111759"/>
            </a:xfrm>
            <a:prstGeom prst="trapezoi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F90ABA7C-1F6F-485A-C899-1BD020FEC19B}"/>
                </a:ext>
              </a:extLst>
            </p:cNvPr>
            <p:cNvSpPr/>
            <p:nvPr/>
          </p:nvSpPr>
          <p:spPr>
            <a:xfrm rot="10800000">
              <a:off x="9183666" y="2702665"/>
              <a:ext cx="350634" cy="357408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円/楕円 11">
            <a:extLst>
              <a:ext uri="{FF2B5EF4-FFF2-40B4-BE49-F238E27FC236}">
                <a16:creationId xmlns:a16="http://schemas.microsoft.com/office/drawing/2014/main" id="{34368B65-B738-A6E2-043A-B2898AD6CF88}"/>
              </a:ext>
            </a:extLst>
          </p:cNvPr>
          <p:cNvSpPr/>
          <p:nvPr/>
        </p:nvSpPr>
        <p:spPr>
          <a:xfrm>
            <a:off x="10218908" y="2278772"/>
            <a:ext cx="893243" cy="1280114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A9D45A5-A0EB-ED5F-EA98-953CD4D8D9A4}"/>
              </a:ext>
            </a:extLst>
          </p:cNvPr>
          <p:cNvSpPr txBox="1"/>
          <p:nvPr/>
        </p:nvSpPr>
        <p:spPr>
          <a:xfrm>
            <a:off x="4769011" y="3978418"/>
            <a:ext cx="18578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dirty="0">
                <a:solidFill>
                  <a:srgbClr val="92D050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LED</a:t>
            </a:r>
            <a:endParaRPr kumimoji="1" lang="ja-JP" altLang="en-US" sz="3200">
              <a:solidFill>
                <a:srgbClr val="92D050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47DE700-DE4F-3220-60E6-A8AE1CF253E9}"/>
              </a:ext>
            </a:extLst>
          </p:cNvPr>
          <p:cNvCxnSpPr>
            <a:cxnSpLocks/>
          </p:cNvCxnSpPr>
          <p:nvPr/>
        </p:nvCxnSpPr>
        <p:spPr>
          <a:xfrm>
            <a:off x="3932940" y="3279739"/>
            <a:ext cx="718573" cy="698679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DAC928A2-780A-315F-E623-7B205B6CB3BF}"/>
              </a:ext>
            </a:extLst>
          </p:cNvPr>
          <p:cNvCxnSpPr>
            <a:cxnSpLocks/>
          </p:cNvCxnSpPr>
          <p:nvPr/>
        </p:nvCxnSpPr>
        <p:spPr>
          <a:xfrm flipV="1">
            <a:off x="2391452" y="4428305"/>
            <a:ext cx="2077653" cy="285416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744E5D51-6FE2-E8C6-32C9-C32503082AAE}"/>
              </a:ext>
            </a:extLst>
          </p:cNvPr>
          <p:cNvGrpSpPr/>
          <p:nvPr/>
        </p:nvGrpSpPr>
        <p:grpSpPr>
          <a:xfrm>
            <a:off x="174972" y="1284850"/>
            <a:ext cx="3799677" cy="5017550"/>
            <a:chOff x="562971" y="1131747"/>
            <a:chExt cx="3770417" cy="5166353"/>
          </a:xfrm>
        </p:grpSpPr>
        <p:sp>
          <p:nvSpPr>
            <p:cNvPr id="52" name="フローチャート: 手作業 51">
              <a:extLst>
                <a:ext uri="{FF2B5EF4-FFF2-40B4-BE49-F238E27FC236}">
                  <a16:creationId xmlns:a16="http://schemas.microsoft.com/office/drawing/2014/main" id="{1F1E0F63-03D0-A3ED-4732-80B9D95757F2}"/>
                </a:ext>
              </a:extLst>
            </p:cNvPr>
            <p:cNvSpPr/>
            <p:nvPr/>
          </p:nvSpPr>
          <p:spPr>
            <a:xfrm rot="10800000">
              <a:off x="2158042" y="3704974"/>
              <a:ext cx="688672" cy="1956422"/>
            </a:xfrm>
            <a:prstGeom prst="flowChartManualOperati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7" name="グループ化 66">
              <a:extLst>
                <a:ext uri="{FF2B5EF4-FFF2-40B4-BE49-F238E27FC236}">
                  <a16:creationId xmlns:a16="http://schemas.microsoft.com/office/drawing/2014/main" id="{A791584D-D96F-4C05-231E-80FE71AF2EC0}"/>
                </a:ext>
              </a:extLst>
            </p:cNvPr>
            <p:cNvGrpSpPr/>
            <p:nvPr/>
          </p:nvGrpSpPr>
          <p:grpSpPr>
            <a:xfrm>
              <a:off x="562971" y="1131747"/>
              <a:ext cx="3770417" cy="3669220"/>
              <a:chOff x="1005400" y="1306064"/>
              <a:chExt cx="2948337" cy="2869204"/>
            </a:xfrm>
          </p:grpSpPr>
          <p:cxnSp>
            <p:nvCxnSpPr>
              <p:cNvPr id="55" name="直線コネクタ 54">
                <a:extLst>
                  <a:ext uri="{FF2B5EF4-FFF2-40B4-BE49-F238E27FC236}">
                    <a16:creationId xmlns:a16="http://schemas.microsoft.com/office/drawing/2014/main" id="{135D07EC-7748-F3BA-4318-F772D2E8EF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11836" y="1351219"/>
                <a:ext cx="0" cy="282404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8" name="グループ化 57">
                <a:extLst>
                  <a:ext uri="{FF2B5EF4-FFF2-40B4-BE49-F238E27FC236}">
                    <a16:creationId xmlns:a16="http://schemas.microsoft.com/office/drawing/2014/main" id="{509B3D30-0346-BCE9-986E-D7652286ED8B}"/>
                  </a:ext>
                </a:extLst>
              </p:cNvPr>
              <p:cNvGrpSpPr/>
              <p:nvPr/>
            </p:nvGrpSpPr>
            <p:grpSpPr>
              <a:xfrm>
                <a:off x="1005400" y="1306064"/>
                <a:ext cx="2948337" cy="2869204"/>
                <a:chOff x="1005400" y="1306064"/>
                <a:chExt cx="2948337" cy="2869204"/>
              </a:xfrm>
            </p:grpSpPr>
            <p:sp>
              <p:nvSpPr>
                <p:cNvPr id="45" name="正方形/長方形 44">
                  <a:extLst>
                    <a:ext uri="{FF2B5EF4-FFF2-40B4-BE49-F238E27FC236}">
                      <a16:creationId xmlns:a16="http://schemas.microsoft.com/office/drawing/2014/main" id="{85325741-1CDB-87C6-254A-DDCDCA25ED92}"/>
                    </a:ext>
                  </a:extLst>
                </p:cNvPr>
                <p:cNvSpPr/>
                <p:nvPr/>
              </p:nvSpPr>
              <p:spPr>
                <a:xfrm rot="10800000">
                  <a:off x="1005400" y="2596411"/>
                  <a:ext cx="395918" cy="26314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7" name="正方形/長方形 46">
                  <a:extLst>
                    <a:ext uri="{FF2B5EF4-FFF2-40B4-BE49-F238E27FC236}">
                      <a16:creationId xmlns:a16="http://schemas.microsoft.com/office/drawing/2014/main" id="{921797E8-2F8F-E590-96FE-282F29438B5C}"/>
                    </a:ext>
                  </a:extLst>
                </p:cNvPr>
                <p:cNvSpPr/>
                <p:nvPr/>
              </p:nvSpPr>
              <p:spPr>
                <a:xfrm rot="10800000">
                  <a:off x="2313877" y="1306064"/>
                  <a:ext cx="395918" cy="26314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1" name="正方形/長方形 50">
                  <a:extLst>
                    <a:ext uri="{FF2B5EF4-FFF2-40B4-BE49-F238E27FC236}">
                      <a16:creationId xmlns:a16="http://schemas.microsoft.com/office/drawing/2014/main" id="{66B478EC-A38A-B1A6-8E03-FC21F06B4D69}"/>
                    </a:ext>
                  </a:extLst>
                </p:cNvPr>
                <p:cNvSpPr/>
                <p:nvPr/>
              </p:nvSpPr>
              <p:spPr>
                <a:xfrm rot="10800000">
                  <a:off x="3557820" y="2608094"/>
                  <a:ext cx="395917" cy="26314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3" name="円/楕円 52">
                  <a:extLst>
                    <a:ext uri="{FF2B5EF4-FFF2-40B4-BE49-F238E27FC236}">
                      <a16:creationId xmlns:a16="http://schemas.microsoft.com/office/drawing/2014/main" id="{ACCCBC08-5790-F0E7-AC2C-D977070B9F41}"/>
                    </a:ext>
                  </a:extLst>
                </p:cNvPr>
                <p:cNvSpPr/>
                <p:nvPr/>
              </p:nvSpPr>
              <p:spPr>
                <a:xfrm>
                  <a:off x="1203359" y="1437639"/>
                  <a:ext cx="2616955" cy="2580695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54" name="直線コネクタ 53">
                  <a:extLst>
                    <a:ext uri="{FF2B5EF4-FFF2-40B4-BE49-F238E27FC236}">
                      <a16:creationId xmlns:a16="http://schemas.microsoft.com/office/drawing/2014/main" id="{2CA4C4B9-CB7D-10FB-2E59-2F43814C7198}"/>
                    </a:ext>
                  </a:extLst>
                </p:cNvPr>
                <p:cNvCxnSpPr>
                  <a:cxnSpLocks/>
                  <a:stCxn id="53" idx="2"/>
                  <a:endCxn id="53" idx="6"/>
                </p:cNvCxnSpPr>
                <p:nvPr/>
              </p:nvCxnSpPr>
              <p:spPr>
                <a:xfrm>
                  <a:off x="1203358" y="2727986"/>
                  <a:ext cx="2616956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正方形/長方形 49">
                  <a:extLst>
                    <a:ext uri="{FF2B5EF4-FFF2-40B4-BE49-F238E27FC236}">
                      <a16:creationId xmlns:a16="http://schemas.microsoft.com/office/drawing/2014/main" id="{DB14D03B-49F7-6B10-6A45-5C74F6B32140}"/>
                    </a:ext>
                  </a:extLst>
                </p:cNvPr>
                <p:cNvSpPr/>
                <p:nvPr/>
              </p:nvSpPr>
              <p:spPr>
                <a:xfrm rot="10800000">
                  <a:off x="2337927" y="3912119"/>
                  <a:ext cx="395918" cy="26314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grpSp>
          <p:nvGrpSpPr>
            <p:cNvPr id="75" name="グループ化 74">
              <a:extLst>
                <a:ext uri="{FF2B5EF4-FFF2-40B4-BE49-F238E27FC236}">
                  <a16:creationId xmlns:a16="http://schemas.microsoft.com/office/drawing/2014/main" id="{CD332011-F49E-EE98-11B3-9C6DEF5404EC}"/>
                </a:ext>
              </a:extLst>
            </p:cNvPr>
            <p:cNvGrpSpPr/>
            <p:nvPr/>
          </p:nvGrpSpPr>
          <p:grpSpPr>
            <a:xfrm>
              <a:off x="1314970" y="5154406"/>
              <a:ext cx="2348948" cy="1143694"/>
              <a:chOff x="1232452" y="5140568"/>
              <a:chExt cx="2348948" cy="1143694"/>
            </a:xfrm>
          </p:grpSpPr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4BBFD44B-070E-A328-B93A-0F4F4E22E509}"/>
                  </a:ext>
                </a:extLst>
              </p:cNvPr>
              <p:cNvSpPr/>
              <p:nvPr/>
            </p:nvSpPr>
            <p:spPr>
              <a:xfrm>
                <a:off x="1232452" y="5140568"/>
                <a:ext cx="2348948" cy="114369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4" name="角丸四角形 43">
                <a:extLst>
                  <a:ext uri="{FF2B5EF4-FFF2-40B4-BE49-F238E27FC236}">
                    <a16:creationId xmlns:a16="http://schemas.microsoft.com/office/drawing/2014/main" id="{434E9281-B6A2-41FC-2985-2886FDA0721F}"/>
                  </a:ext>
                </a:extLst>
              </p:cNvPr>
              <p:cNvSpPr/>
              <p:nvPr/>
            </p:nvSpPr>
            <p:spPr>
              <a:xfrm>
                <a:off x="1763740" y="5359592"/>
                <a:ext cx="1286371" cy="7552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3600">
                  <a:solidFill>
                    <a:schemeClr val="tx1"/>
                  </a:solidFill>
                  <a:latin typeface="Hiragino Kaku Gothic Pro W3" panose="020B0300000000000000" pitchFamily="34" charset="-128"/>
                  <a:ea typeface="Hiragino Kaku Gothic Pro W3" panose="020B0300000000000000" pitchFamily="34" charset="-128"/>
                </a:endParaRPr>
              </a:p>
            </p:txBody>
          </p:sp>
        </p:grpSp>
      </p:grp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3FEAE51E-5DFD-6586-F240-599448172D69}"/>
              </a:ext>
            </a:extLst>
          </p:cNvPr>
          <p:cNvCxnSpPr>
            <a:cxnSpLocks/>
          </p:cNvCxnSpPr>
          <p:nvPr/>
        </p:nvCxnSpPr>
        <p:spPr>
          <a:xfrm>
            <a:off x="2735369" y="5753187"/>
            <a:ext cx="1025348" cy="315631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7449A16-B5E4-0795-1A2B-F623250C5867}"/>
              </a:ext>
            </a:extLst>
          </p:cNvPr>
          <p:cNvSpPr txBox="1"/>
          <p:nvPr/>
        </p:nvSpPr>
        <p:spPr>
          <a:xfrm>
            <a:off x="3743891" y="5960902"/>
            <a:ext cx="4808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dirty="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LED</a:t>
            </a:r>
            <a:r>
              <a:rPr kumimoji="1" lang="ja-JP" altLang="en-US" sz="44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マトリクス</a:t>
            </a:r>
            <a:endParaRPr kumimoji="1" lang="ja-JP" altLang="en-US" sz="3200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271F42BE-BDFB-540D-9ECB-A439A8DBF98C}"/>
              </a:ext>
            </a:extLst>
          </p:cNvPr>
          <p:cNvSpPr txBox="1"/>
          <p:nvPr/>
        </p:nvSpPr>
        <p:spPr>
          <a:xfrm>
            <a:off x="9463569" y="5001679"/>
            <a:ext cx="4808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光センサ</a:t>
            </a:r>
            <a:endParaRPr kumimoji="1" lang="ja-JP" altLang="en-US" sz="3200"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6609BFB3-8F00-E84D-CA9D-BE6453FBF30D}"/>
              </a:ext>
            </a:extLst>
          </p:cNvPr>
          <p:cNvCxnSpPr>
            <a:cxnSpLocks/>
          </p:cNvCxnSpPr>
          <p:nvPr/>
        </p:nvCxnSpPr>
        <p:spPr>
          <a:xfrm flipV="1">
            <a:off x="10509596" y="3706240"/>
            <a:ext cx="148716" cy="1295439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角丸四角形 92">
            <a:extLst>
              <a:ext uri="{FF2B5EF4-FFF2-40B4-BE49-F238E27FC236}">
                <a16:creationId xmlns:a16="http://schemas.microsoft.com/office/drawing/2014/main" id="{B63A2D76-0F49-C1D6-6EB0-523E6536399D}"/>
              </a:ext>
            </a:extLst>
          </p:cNvPr>
          <p:cNvSpPr/>
          <p:nvPr/>
        </p:nvSpPr>
        <p:spPr>
          <a:xfrm>
            <a:off x="8196959" y="5433445"/>
            <a:ext cx="234326" cy="755267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52948F7A-2BB5-54F2-97D3-8C0FDE7A34C3}"/>
              </a:ext>
            </a:extLst>
          </p:cNvPr>
          <p:cNvSpPr txBox="1"/>
          <p:nvPr/>
        </p:nvSpPr>
        <p:spPr>
          <a:xfrm>
            <a:off x="9237166" y="1340932"/>
            <a:ext cx="2054273" cy="769441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側面図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7B9AF418-F29F-CE53-8A59-C9679D59A7F7}"/>
              </a:ext>
            </a:extLst>
          </p:cNvPr>
          <p:cNvSpPr txBox="1"/>
          <p:nvPr/>
        </p:nvSpPr>
        <p:spPr>
          <a:xfrm>
            <a:off x="3969699" y="1314675"/>
            <a:ext cx="2054273" cy="769441"/>
          </a:xfrm>
          <a:prstGeom prst="rect">
            <a:avLst/>
          </a:prstGeom>
          <a:noFill/>
          <a:ln w="635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44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正面</a:t>
            </a:r>
            <a:r>
              <a:rPr kumimoji="1" lang="ja-JP" altLang="en-US" sz="4400"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図</a:t>
            </a: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05390FA5-C6C0-281D-AB54-FFF6A8DAC7AD}"/>
              </a:ext>
            </a:extLst>
          </p:cNvPr>
          <p:cNvSpPr/>
          <p:nvPr/>
        </p:nvSpPr>
        <p:spPr>
          <a:xfrm>
            <a:off x="8334520" y="5191647"/>
            <a:ext cx="902646" cy="11107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9977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6A4AE-6E65-2C94-B1CF-C99CA2B4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4">
            <a:extLst>
              <a:ext uri="{FF2B5EF4-FFF2-40B4-BE49-F238E27FC236}">
                <a16:creationId xmlns:a16="http://schemas.microsoft.com/office/drawing/2014/main" id="{CEC2EB7D-FC31-6B49-8D94-5B3E52C4FEEA}"/>
              </a:ext>
            </a:extLst>
          </p:cNvPr>
          <p:cNvSpPr/>
          <p:nvPr/>
        </p:nvSpPr>
        <p:spPr>
          <a:xfrm>
            <a:off x="7985760" y="3032760"/>
            <a:ext cx="1219200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加速度</a:t>
            </a:r>
            <a:endParaRPr kumimoji="1" lang="en-US" altLang="ja-JP" dirty="0"/>
          </a:p>
          <a:p>
            <a:pPr algn="ctr"/>
            <a:r>
              <a:rPr kumimoji="1" lang="ja-JP" altLang="en-US"/>
              <a:t>センサ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E16F7BF-F104-EE7F-A155-19BC13C0F154}"/>
              </a:ext>
            </a:extLst>
          </p:cNvPr>
          <p:cNvSpPr/>
          <p:nvPr/>
        </p:nvSpPr>
        <p:spPr>
          <a:xfrm>
            <a:off x="2606040" y="2941320"/>
            <a:ext cx="69342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C24D6C5F-918A-23AB-2BD3-6A6FFAE89DD2}"/>
              </a:ext>
            </a:extLst>
          </p:cNvPr>
          <p:cNvSpPr/>
          <p:nvPr/>
        </p:nvSpPr>
        <p:spPr>
          <a:xfrm>
            <a:off x="5791200" y="3079396"/>
            <a:ext cx="1219200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Arduino</a:t>
            </a:r>
            <a:endParaRPr kumimoji="1" lang="en-US" altLang="ja-JP" dirty="0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8C059789-7DEA-F4F6-8CEC-7A2B2EA80731}"/>
              </a:ext>
            </a:extLst>
          </p:cNvPr>
          <p:cNvSpPr/>
          <p:nvPr/>
        </p:nvSpPr>
        <p:spPr>
          <a:xfrm>
            <a:off x="944880" y="2941320"/>
            <a:ext cx="166116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外部電源</a:t>
            </a:r>
            <a:endParaRPr kumimoji="1" lang="en-US" altLang="ja-JP" dirty="0"/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1F5B39F9-54D4-6046-0656-56BAB397810F}"/>
              </a:ext>
            </a:extLst>
          </p:cNvPr>
          <p:cNvSpPr/>
          <p:nvPr/>
        </p:nvSpPr>
        <p:spPr>
          <a:xfrm>
            <a:off x="2987040" y="3058326"/>
            <a:ext cx="2026920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可変抵抗器</a:t>
            </a:r>
            <a:endParaRPr kumimoji="1" lang="en-US" altLang="ja-JP" dirty="0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8AAD9EC5-D432-D9C7-538A-24D04CF7CB5C}"/>
              </a:ext>
            </a:extLst>
          </p:cNvPr>
          <p:cNvSpPr/>
          <p:nvPr/>
        </p:nvSpPr>
        <p:spPr>
          <a:xfrm>
            <a:off x="3200400" y="2514600"/>
            <a:ext cx="1600200" cy="564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D77B438-40EA-A45A-8A95-49C3F95133DE}"/>
              </a:ext>
            </a:extLst>
          </p:cNvPr>
          <p:cNvSpPr/>
          <p:nvPr/>
        </p:nvSpPr>
        <p:spPr>
          <a:xfrm>
            <a:off x="914400" y="2743200"/>
            <a:ext cx="9067800" cy="111252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1361221D-D944-21E2-69D5-EB3A04962FDC}"/>
              </a:ext>
            </a:extLst>
          </p:cNvPr>
          <p:cNvGrpSpPr/>
          <p:nvPr/>
        </p:nvGrpSpPr>
        <p:grpSpPr>
          <a:xfrm>
            <a:off x="9528240" y="3206040"/>
            <a:ext cx="1172160" cy="2185200"/>
            <a:chOff x="9528240" y="3206040"/>
            <a:chExt cx="1172160" cy="218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77D3C88B-104D-AF21-9229-E838811CBD88}"/>
                    </a:ext>
                  </a:extLst>
                </p14:cNvPr>
                <p14:cNvContentPartPr/>
                <p14:nvPr/>
              </p14:nvContentPartPr>
              <p14:xfrm>
                <a:off x="9563160" y="3453000"/>
                <a:ext cx="1137240" cy="1938240"/>
              </p14:xfrm>
            </p:contentPart>
          </mc:Choice>
          <mc:Fallback xmlns=""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77D3C88B-104D-AF21-9229-E838811CBD8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557040" y="3446880"/>
                  <a:ext cx="1149480" cy="19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インク 12">
                  <a:extLst>
                    <a:ext uri="{FF2B5EF4-FFF2-40B4-BE49-F238E27FC236}">
                      <a16:creationId xmlns:a16="http://schemas.microsoft.com/office/drawing/2014/main" id="{C6D0F796-EFB3-E9BD-F604-085C693D54A1}"/>
                    </a:ext>
                  </a:extLst>
                </p14:cNvPr>
                <p14:cNvContentPartPr/>
                <p14:nvPr/>
              </p14:nvContentPartPr>
              <p14:xfrm>
                <a:off x="9573240" y="3515280"/>
                <a:ext cx="114840" cy="312480"/>
              </p14:xfrm>
            </p:contentPart>
          </mc:Choice>
          <mc:Fallback xmlns="">
            <p:pic>
              <p:nvPicPr>
                <p:cNvPr id="13" name="インク 12">
                  <a:extLst>
                    <a:ext uri="{FF2B5EF4-FFF2-40B4-BE49-F238E27FC236}">
                      <a16:creationId xmlns:a16="http://schemas.microsoft.com/office/drawing/2014/main" id="{C6D0F796-EFB3-E9BD-F604-085C693D54A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567120" y="3509160"/>
                  <a:ext cx="1270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5C291BFF-4836-4C4A-81E5-5D3AD5DECD65}"/>
                    </a:ext>
                  </a:extLst>
                </p14:cNvPr>
                <p14:cNvContentPartPr/>
                <p14:nvPr/>
              </p14:nvContentPartPr>
              <p14:xfrm>
                <a:off x="9528240" y="3206040"/>
                <a:ext cx="228600" cy="29556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5C291BFF-4836-4C4A-81E5-5D3AD5DECD6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22120" y="3199920"/>
                  <a:ext cx="240840" cy="307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94BF7F3-9A1E-3701-7347-F3C0792EDEFF}"/>
              </a:ext>
            </a:extLst>
          </p:cNvPr>
          <p:cNvSpPr txBox="1"/>
          <p:nvPr/>
        </p:nvSpPr>
        <p:spPr>
          <a:xfrm>
            <a:off x="9630660" y="545353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ブレッドボード</a:t>
            </a:r>
            <a:endParaRPr kumimoji="1" lang="en-US" altLang="ja-JP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インク 19">
                <a:extLst>
                  <a:ext uri="{FF2B5EF4-FFF2-40B4-BE49-F238E27FC236}">
                    <a16:creationId xmlns:a16="http://schemas.microsoft.com/office/drawing/2014/main" id="{158BD60B-41AD-58D3-272D-67DD80F755D2}"/>
                  </a:ext>
                </a:extLst>
              </p14:cNvPr>
              <p14:cNvContentPartPr/>
              <p14:nvPr/>
            </p14:nvContentPartPr>
            <p14:xfrm>
              <a:off x="7031280" y="3421320"/>
              <a:ext cx="991080" cy="9360"/>
            </p14:xfrm>
          </p:contentPart>
        </mc:Choice>
        <mc:Fallback xmlns="">
          <p:pic>
            <p:nvPicPr>
              <p:cNvPr id="20" name="インク 19">
                <a:extLst>
                  <a:ext uri="{FF2B5EF4-FFF2-40B4-BE49-F238E27FC236}">
                    <a16:creationId xmlns:a16="http://schemas.microsoft.com/office/drawing/2014/main" id="{158BD60B-41AD-58D3-272D-67DD80F755D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25160" y="3415200"/>
                <a:ext cx="10033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インク 20">
                <a:extLst>
                  <a:ext uri="{FF2B5EF4-FFF2-40B4-BE49-F238E27FC236}">
                    <a16:creationId xmlns:a16="http://schemas.microsoft.com/office/drawing/2014/main" id="{A0C06BC4-3414-49F6-6D76-3C979304D2B1}"/>
                  </a:ext>
                </a:extLst>
              </p14:cNvPr>
              <p14:cNvContentPartPr/>
              <p14:nvPr/>
            </p14:nvContentPartPr>
            <p14:xfrm>
              <a:off x="5052360" y="3437520"/>
              <a:ext cx="754200" cy="16560"/>
            </p14:xfrm>
          </p:contentPart>
        </mc:Choice>
        <mc:Fallback xmlns="">
          <p:pic>
            <p:nvPicPr>
              <p:cNvPr id="21" name="インク 20">
                <a:extLst>
                  <a:ext uri="{FF2B5EF4-FFF2-40B4-BE49-F238E27FC236}">
                    <a16:creationId xmlns:a16="http://schemas.microsoft.com/office/drawing/2014/main" id="{A0C06BC4-3414-49F6-6D76-3C979304D2B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46240" y="3431400"/>
                <a:ext cx="7664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インク 23">
                <a:extLst>
                  <a:ext uri="{FF2B5EF4-FFF2-40B4-BE49-F238E27FC236}">
                    <a16:creationId xmlns:a16="http://schemas.microsoft.com/office/drawing/2014/main" id="{49B8058B-CB1C-6858-706D-F5291EBA81B7}"/>
                  </a:ext>
                </a:extLst>
              </p14:cNvPr>
              <p14:cNvContentPartPr/>
              <p14:nvPr/>
            </p14:nvContentPartPr>
            <p14:xfrm>
              <a:off x="2621280" y="3623280"/>
              <a:ext cx="3195360" cy="171360"/>
            </p14:xfrm>
          </p:contentPart>
        </mc:Choice>
        <mc:Fallback xmlns="">
          <p:pic>
            <p:nvPicPr>
              <p:cNvPr id="24" name="インク 23">
                <a:extLst>
                  <a:ext uri="{FF2B5EF4-FFF2-40B4-BE49-F238E27FC236}">
                    <a16:creationId xmlns:a16="http://schemas.microsoft.com/office/drawing/2014/main" id="{49B8058B-CB1C-6858-706D-F5291EBA81B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15160" y="3617160"/>
                <a:ext cx="3207600" cy="1836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CD6973B-6288-6013-59C8-E7E6694CC7E8}"/>
              </a:ext>
            </a:extLst>
          </p:cNvPr>
          <p:cNvSpPr txBox="1"/>
          <p:nvPr/>
        </p:nvSpPr>
        <p:spPr>
          <a:xfrm>
            <a:off x="4015770" y="201014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スライド操作</a:t>
            </a:r>
            <a:endParaRPr kumimoji="1" lang="en-US" altLang="ja-JP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BE692DD-CA3B-0528-FFBA-7F2710E6908F}"/>
              </a:ext>
            </a:extLst>
          </p:cNvPr>
          <p:cNvSpPr/>
          <p:nvPr/>
        </p:nvSpPr>
        <p:spPr>
          <a:xfrm>
            <a:off x="3429000" y="2218706"/>
            <a:ext cx="91440" cy="291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6912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23606AF-AFC4-F4A5-9843-30A7A086A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026" y="1413025"/>
            <a:ext cx="10267971" cy="3399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9B6B890-18C1-6CC1-D3F4-5EFCE81D3AAF}"/>
              </a:ext>
            </a:extLst>
          </p:cNvPr>
          <p:cNvSpPr/>
          <p:nvPr/>
        </p:nvSpPr>
        <p:spPr>
          <a:xfrm>
            <a:off x="7227613" y="1685365"/>
            <a:ext cx="589611" cy="75555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93F272D-5810-BC6B-BEEF-682F6AA1113D}"/>
              </a:ext>
            </a:extLst>
          </p:cNvPr>
          <p:cNvSpPr/>
          <p:nvPr/>
        </p:nvSpPr>
        <p:spPr>
          <a:xfrm>
            <a:off x="7371026" y="1491365"/>
            <a:ext cx="302783" cy="387999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150709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F9890E0-6324-7167-1932-6A0112D2A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95580"/>
            <a:ext cx="533400" cy="889000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2415E9E7-F036-540F-EFB8-A7ABDEB11F2F}"/>
              </a:ext>
            </a:extLst>
          </p:cNvPr>
          <p:cNvCxnSpPr>
            <a:stCxn id="3" idx="2"/>
          </p:cNvCxnSpPr>
          <p:nvPr/>
        </p:nvCxnSpPr>
        <p:spPr>
          <a:xfrm>
            <a:off x="1158240" y="1084580"/>
            <a:ext cx="0" cy="519430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B2381170-7CAC-FA81-8881-45EF122A3B16}"/>
              </a:ext>
            </a:extLst>
          </p:cNvPr>
          <p:cNvGrpSpPr/>
          <p:nvPr/>
        </p:nvGrpSpPr>
        <p:grpSpPr>
          <a:xfrm>
            <a:off x="3200399" y="226060"/>
            <a:ext cx="1752589" cy="5852160"/>
            <a:chOff x="3078479" y="226060"/>
            <a:chExt cx="1752589" cy="5852160"/>
          </a:xfrm>
        </p:grpSpPr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30C88390-9263-7F96-A8CD-E599F14C0C9E}"/>
                </a:ext>
              </a:extLst>
            </p:cNvPr>
            <p:cNvSpPr/>
            <p:nvPr/>
          </p:nvSpPr>
          <p:spPr>
            <a:xfrm>
              <a:off x="3078479" y="226060"/>
              <a:ext cx="1752589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加速度センサ</a:t>
              </a:r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3E64F63B-07F3-4BF7-9A7A-B0FAC2E59745}"/>
                </a:ext>
              </a:extLst>
            </p:cNvPr>
            <p:cNvCxnSpPr/>
            <p:nvPr/>
          </p:nvCxnSpPr>
          <p:spPr>
            <a:xfrm>
              <a:off x="3954773" y="883920"/>
              <a:ext cx="0" cy="519430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725088D-9163-6BEA-A49F-78BD09124B64}"/>
              </a:ext>
            </a:extLst>
          </p:cNvPr>
          <p:cNvGrpSpPr/>
          <p:nvPr/>
        </p:nvGrpSpPr>
        <p:grpSpPr>
          <a:xfrm>
            <a:off x="6313175" y="226060"/>
            <a:ext cx="1752589" cy="5852160"/>
            <a:chOff x="3078479" y="226060"/>
            <a:chExt cx="1752589" cy="5852160"/>
          </a:xfrm>
        </p:grpSpPr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E295F814-DD01-80BD-7440-88D7B45BB56E}"/>
                </a:ext>
              </a:extLst>
            </p:cNvPr>
            <p:cNvSpPr/>
            <p:nvPr/>
          </p:nvSpPr>
          <p:spPr>
            <a:xfrm>
              <a:off x="3078479" y="226060"/>
              <a:ext cx="1752589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</a:rPr>
                <a:t>Arduino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C2A902E6-3269-4C93-F7F6-EC3BAFFE0CBB}"/>
                </a:ext>
              </a:extLst>
            </p:cNvPr>
            <p:cNvCxnSpPr/>
            <p:nvPr/>
          </p:nvCxnSpPr>
          <p:spPr>
            <a:xfrm>
              <a:off x="3954773" y="883920"/>
              <a:ext cx="0" cy="519430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B9F065F-BC99-BEE3-66D8-EDFB14142BF9}"/>
              </a:ext>
            </a:extLst>
          </p:cNvPr>
          <p:cNvGrpSpPr/>
          <p:nvPr/>
        </p:nvGrpSpPr>
        <p:grpSpPr>
          <a:xfrm>
            <a:off x="9547871" y="226060"/>
            <a:ext cx="1866883" cy="5852160"/>
            <a:chOff x="3078479" y="226060"/>
            <a:chExt cx="1866883" cy="5852160"/>
          </a:xfrm>
        </p:grpSpPr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578540D1-424C-E7B5-85CE-CB83CA55015B}"/>
                </a:ext>
              </a:extLst>
            </p:cNvPr>
            <p:cNvSpPr/>
            <p:nvPr/>
          </p:nvSpPr>
          <p:spPr>
            <a:xfrm>
              <a:off x="3078479" y="226060"/>
              <a:ext cx="1866883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</a:rPr>
                <a:t>観覧車デバイス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2A92E7CE-08CF-3DFD-27BA-AF8AC5D2AC92}"/>
                </a:ext>
              </a:extLst>
            </p:cNvPr>
            <p:cNvCxnSpPr/>
            <p:nvPr/>
          </p:nvCxnSpPr>
          <p:spPr>
            <a:xfrm>
              <a:off x="3954773" y="883920"/>
              <a:ext cx="0" cy="519430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6CBE6079-32EB-0840-A345-C829A7F1036E}"/>
              </a:ext>
            </a:extLst>
          </p:cNvPr>
          <p:cNvGrpSpPr/>
          <p:nvPr/>
        </p:nvGrpSpPr>
        <p:grpSpPr>
          <a:xfrm>
            <a:off x="1177287" y="1213842"/>
            <a:ext cx="2796533" cy="369332"/>
            <a:chOff x="1158240" y="1368028"/>
            <a:chExt cx="2796533" cy="369332"/>
          </a:xfrm>
        </p:grpSpPr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D1CA4780-035E-D1DE-F58A-98C4B6F7DDBC}"/>
                </a:ext>
              </a:extLst>
            </p:cNvPr>
            <p:cNvCxnSpPr>
              <a:cxnSpLocks/>
            </p:cNvCxnSpPr>
            <p:nvPr/>
          </p:nvCxnSpPr>
          <p:spPr>
            <a:xfrm>
              <a:off x="1158240" y="1737360"/>
              <a:ext cx="279653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B6192714-26A2-12E7-AE58-D530A966252E}"/>
                </a:ext>
              </a:extLst>
            </p:cNvPr>
            <p:cNvSpPr txBox="1"/>
            <p:nvPr/>
          </p:nvSpPr>
          <p:spPr>
            <a:xfrm>
              <a:off x="1230950" y="1368028"/>
              <a:ext cx="2723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指揮デバイス上下に振る</a:t>
              </a:r>
            </a:p>
          </p:txBody>
        </p:sp>
      </p:grp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1F1FEDC-6A2F-9DB6-5128-F973F43B078E}"/>
              </a:ext>
            </a:extLst>
          </p:cNvPr>
          <p:cNvSpPr/>
          <p:nvPr/>
        </p:nvSpPr>
        <p:spPr>
          <a:xfrm>
            <a:off x="3992866" y="1583174"/>
            <a:ext cx="167639" cy="9144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F1B140F7-3BD0-B1CA-E7C5-62A13DA23B66}"/>
              </a:ext>
            </a:extLst>
          </p:cNvPr>
          <p:cNvCxnSpPr>
            <a:cxnSpLocks/>
          </p:cNvCxnSpPr>
          <p:nvPr/>
        </p:nvCxnSpPr>
        <p:spPr>
          <a:xfrm>
            <a:off x="4160505" y="2497574"/>
            <a:ext cx="302896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279B292-1B8A-502A-103B-3EB3ACA76B2B}"/>
              </a:ext>
            </a:extLst>
          </p:cNvPr>
          <p:cNvSpPr txBox="1"/>
          <p:nvPr/>
        </p:nvSpPr>
        <p:spPr>
          <a:xfrm>
            <a:off x="4473170" y="2128242"/>
            <a:ext cx="210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振り動作を検知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7FCA84E-B287-B037-4D72-7ACAA83D9B15}"/>
              </a:ext>
            </a:extLst>
          </p:cNvPr>
          <p:cNvSpPr/>
          <p:nvPr/>
        </p:nvSpPr>
        <p:spPr>
          <a:xfrm>
            <a:off x="7143750" y="2497574"/>
            <a:ext cx="167639" cy="9144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92B7778A-1036-11A4-539F-7ED5C1A6CE22}"/>
              </a:ext>
            </a:extLst>
          </p:cNvPr>
          <p:cNvCxnSpPr>
            <a:cxnSpLocks/>
          </p:cNvCxnSpPr>
          <p:nvPr/>
        </p:nvCxnSpPr>
        <p:spPr>
          <a:xfrm>
            <a:off x="7311389" y="2954774"/>
            <a:ext cx="311277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8E96C41-16A4-2B57-3B4F-057FD833030B}"/>
              </a:ext>
            </a:extLst>
          </p:cNvPr>
          <p:cNvSpPr txBox="1"/>
          <p:nvPr/>
        </p:nvSpPr>
        <p:spPr>
          <a:xfrm>
            <a:off x="7609562" y="2296923"/>
            <a:ext cx="2516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演奏開始情報</a:t>
            </a:r>
            <a:endParaRPr lang="en-US" altLang="ja-JP" dirty="0"/>
          </a:p>
          <a:p>
            <a:r>
              <a:rPr kumimoji="1" lang="ja-JP" altLang="en-US"/>
              <a:t>初期</a:t>
            </a:r>
            <a:r>
              <a:rPr kumimoji="1" lang="en-US" altLang="ja-JP" dirty="0"/>
              <a:t>BPM</a:t>
            </a:r>
            <a:r>
              <a:rPr kumimoji="1" lang="ja-JP" altLang="en-US"/>
              <a:t>，音量情報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9396F97-19F7-59B0-5CB0-B2D6A14F6F7B}"/>
              </a:ext>
            </a:extLst>
          </p:cNvPr>
          <p:cNvSpPr/>
          <p:nvPr/>
        </p:nvSpPr>
        <p:spPr>
          <a:xfrm>
            <a:off x="10397493" y="2954774"/>
            <a:ext cx="148592" cy="65785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B99F090C-08A5-86C2-253C-0A0378B266D9}"/>
              </a:ext>
            </a:extLst>
          </p:cNvPr>
          <p:cNvCxnSpPr>
            <a:cxnSpLocks/>
          </p:cNvCxnSpPr>
          <p:nvPr/>
        </p:nvCxnSpPr>
        <p:spPr>
          <a:xfrm>
            <a:off x="1158240" y="4082534"/>
            <a:ext cx="6031229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07E5983-8CE1-615D-6BA1-73BD7C91CEF8}"/>
              </a:ext>
            </a:extLst>
          </p:cNvPr>
          <p:cNvSpPr txBox="1"/>
          <p:nvPr/>
        </p:nvSpPr>
        <p:spPr>
          <a:xfrm>
            <a:off x="1400341" y="3713202"/>
            <a:ext cx="2731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スライド操作</a:t>
            </a:r>
            <a:r>
              <a:rPr lang="en-US" altLang="ja-JP" dirty="0"/>
              <a:t>(BPM</a:t>
            </a:r>
            <a:r>
              <a:rPr lang="ja-JP" altLang="en-US"/>
              <a:t>変更</a:t>
            </a:r>
            <a:r>
              <a:rPr lang="en-US" altLang="ja-JP" dirty="0"/>
              <a:t>)</a:t>
            </a:r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D091E38-75D7-7D74-AE94-F7729446042A}"/>
              </a:ext>
            </a:extLst>
          </p:cNvPr>
          <p:cNvSpPr/>
          <p:nvPr/>
        </p:nvSpPr>
        <p:spPr>
          <a:xfrm>
            <a:off x="7161135" y="4069834"/>
            <a:ext cx="167639" cy="9144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EA0C637C-095B-23D8-D1BA-72C5F0612572}"/>
              </a:ext>
            </a:extLst>
          </p:cNvPr>
          <p:cNvCxnSpPr>
            <a:cxnSpLocks/>
          </p:cNvCxnSpPr>
          <p:nvPr/>
        </p:nvCxnSpPr>
        <p:spPr>
          <a:xfrm>
            <a:off x="7311389" y="4527034"/>
            <a:ext cx="311277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E032701-6AA0-2F52-7C27-990CB647E354}"/>
              </a:ext>
            </a:extLst>
          </p:cNvPr>
          <p:cNvSpPr txBox="1"/>
          <p:nvPr/>
        </p:nvSpPr>
        <p:spPr>
          <a:xfrm>
            <a:off x="7802805" y="4192500"/>
            <a:ext cx="209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新しい設定</a:t>
            </a:r>
            <a:r>
              <a:rPr kumimoji="1" lang="en-US" altLang="ja-JP" dirty="0"/>
              <a:t>BPM</a:t>
            </a:r>
            <a:r>
              <a:rPr kumimoji="1" lang="ja-JP" altLang="en-US"/>
              <a:t>値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B42C0176-6609-550E-ED32-A344DD23AC0C}"/>
              </a:ext>
            </a:extLst>
          </p:cNvPr>
          <p:cNvSpPr/>
          <p:nvPr/>
        </p:nvSpPr>
        <p:spPr>
          <a:xfrm>
            <a:off x="10424165" y="4270486"/>
            <a:ext cx="148592" cy="65785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角丸四角形 36">
            <a:extLst>
              <a:ext uri="{FF2B5EF4-FFF2-40B4-BE49-F238E27FC236}">
                <a16:creationId xmlns:a16="http://schemas.microsoft.com/office/drawing/2014/main" id="{7676C49B-6943-0ACD-815B-778783BD54EF}"/>
              </a:ext>
            </a:extLst>
          </p:cNvPr>
          <p:cNvSpPr/>
          <p:nvPr/>
        </p:nvSpPr>
        <p:spPr>
          <a:xfrm>
            <a:off x="1014428" y="3681730"/>
            <a:ext cx="10597493" cy="213184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A245EDE-EB70-D834-B033-13D2B22A9663}"/>
              </a:ext>
            </a:extLst>
          </p:cNvPr>
          <p:cNvSpPr txBox="1"/>
          <p:nvPr/>
        </p:nvSpPr>
        <p:spPr>
          <a:xfrm>
            <a:off x="1424940" y="5444239"/>
            <a:ext cx="1511952" cy="369332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ja-JP" altLang="en-US"/>
              <a:t>演奏中</a:t>
            </a:r>
            <a:r>
              <a:rPr lang="en-US" altLang="ja-JP" dirty="0"/>
              <a:t>(loop)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1492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5088F-9B68-2EEB-4275-4EF81089A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954AF19-9153-18BE-6E3B-9231996A9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0" y="195580"/>
            <a:ext cx="533400" cy="889000"/>
          </a:xfrm>
          <a:prstGeom prst="rect">
            <a:avLst/>
          </a:prstGeom>
        </p:spPr>
      </p:pic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4D237F5-18C5-962E-F2B4-46E9797A7D9F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35230" y="1084580"/>
            <a:ext cx="0" cy="5571511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8D4B45E1-EAF9-193E-5A11-65A66113FC62}"/>
              </a:ext>
            </a:extLst>
          </p:cNvPr>
          <p:cNvGrpSpPr/>
          <p:nvPr/>
        </p:nvGrpSpPr>
        <p:grpSpPr>
          <a:xfrm>
            <a:off x="1883277" y="226060"/>
            <a:ext cx="1752589" cy="6478158"/>
            <a:chOff x="3078479" y="226060"/>
            <a:chExt cx="1752589" cy="6478158"/>
          </a:xfrm>
        </p:grpSpPr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14C23984-7B68-A276-D6C1-CFF935DA197F}"/>
                </a:ext>
              </a:extLst>
            </p:cNvPr>
            <p:cNvSpPr/>
            <p:nvPr/>
          </p:nvSpPr>
          <p:spPr>
            <a:xfrm>
              <a:off x="3078479" y="226060"/>
              <a:ext cx="1752589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>
                  <a:solidFill>
                    <a:schemeClr val="tx1"/>
                  </a:solidFill>
                </a:rPr>
                <a:t>加速度センサ</a:t>
              </a:r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4A9FCF5A-5674-5B0A-E595-F07C86ED9867}"/>
                </a:ext>
              </a:extLst>
            </p:cNvPr>
            <p:cNvCxnSpPr>
              <a:cxnSpLocks/>
            </p:cNvCxnSpPr>
            <p:nvPr/>
          </p:nvCxnSpPr>
          <p:spPr>
            <a:xfrm>
              <a:off x="4214516" y="954256"/>
              <a:ext cx="16026" cy="5749962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5443A497-C0C6-5A9E-469A-145FBEC1F00A}"/>
              </a:ext>
            </a:extLst>
          </p:cNvPr>
          <p:cNvGrpSpPr/>
          <p:nvPr/>
        </p:nvGrpSpPr>
        <p:grpSpPr>
          <a:xfrm>
            <a:off x="4617249" y="226060"/>
            <a:ext cx="1752589" cy="6407822"/>
            <a:chOff x="3078479" y="226060"/>
            <a:chExt cx="1752589" cy="6407822"/>
          </a:xfrm>
        </p:grpSpPr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3008C141-01C7-BA82-C352-1CDFC697EA6A}"/>
                </a:ext>
              </a:extLst>
            </p:cNvPr>
            <p:cNvSpPr/>
            <p:nvPr/>
          </p:nvSpPr>
          <p:spPr>
            <a:xfrm>
              <a:off x="3078479" y="226060"/>
              <a:ext cx="1752589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</a:rPr>
                <a:t>Arduino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0E22096E-AA42-665E-0647-D73442A357A3}"/>
                </a:ext>
              </a:extLst>
            </p:cNvPr>
            <p:cNvCxnSpPr>
              <a:cxnSpLocks/>
            </p:cNvCxnSpPr>
            <p:nvPr/>
          </p:nvCxnSpPr>
          <p:spPr>
            <a:xfrm>
              <a:off x="3954773" y="883920"/>
              <a:ext cx="0" cy="5749962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3DA43ADC-5D18-D195-3545-8BCBFCB2D251}"/>
              </a:ext>
            </a:extLst>
          </p:cNvPr>
          <p:cNvGrpSpPr/>
          <p:nvPr/>
        </p:nvGrpSpPr>
        <p:grpSpPr>
          <a:xfrm>
            <a:off x="7356301" y="226060"/>
            <a:ext cx="1866883" cy="6407822"/>
            <a:chOff x="3078479" y="226060"/>
            <a:chExt cx="1866883" cy="6407822"/>
          </a:xfrm>
        </p:grpSpPr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2BA27F0E-E229-5986-8B30-3900346E2A0D}"/>
                </a:ext>
              </a:extLst>
            </p:cNvPr>
            <p:cNvSpPr/>
            <p:nvPr/>
          </p:nvSpPr>
          <p:spPr>
            <a:xfrm>
              <a:off x="3078479" y="226060"/>
              <a:ext cx="1866883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</a:rPr>
                <a:t>観覧車デバイス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DBE05B8B-0EDD-AAAE-AC8D-7ED675DEE666}"/>
                </a:ext>
              </a:extLst>
            </p:cNvPr>
            <p:cNvCxnSpPr>
              <a:cxnSpLocks/>
            </p:cNvCxnSpPr>
            <p:nvPr/>
          </p:nvCxnSpPr>
          <p:spPr>
            <a:xfrm>
              <a:off x="3954773" y="883920"/>
              <a:ext cx="18798" cy="5749962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D4474CD9-30A3-473C-CE4B-091BB616305B}"/>
              </a:ext>
            </a:extLst>
          </p:cNvPr>
          <p:cNvGrpSpPr/>
          <p:nvPr/>
        </p:nvGrpSpPr>
        <p:grpSpPr>
          <a:xfrm>
            <a:off x="416176" y="1011864"/>
            <a:ext cx="10635288" cy="887839"/>
            <a:chOff x="416176" y="1076025"/>
            <a:chExt cx="10635288" cy="887839"/>
          </a:xfrm>
        </p:grpSpPr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3904D745-5E81-ADC3-9F78-7AD4A515C9C1}"/>
                </a:ext>
              </a:extLst>
            </p:cNvPr>
            <p:cNvCxnSpPr>
              <a:cxnSpLocks/>
            </p:cNvCxnSpPr>
            <p:nvPr/>
          </p:nvCxnSpPr>
          <p:spPr>
            <a:xfrm>
              <a:off x="5485423" y="1914143"/>
              <a:ext cx="556604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E8D324B0-3711-CE97-79E4-65136ADD695C}"/>
                </a:ext>
              </a:extLst>
            </p:cNvPr>
            <p:cNvSpPr txBox="1"/>
            <p:nvPr/>
          </p:nvSpPr>
          <p:spPr>
            <a:xfrm>
              <a:off x="8854963" y="1594532"/>
              <a:ext cx="17728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/>
                <a:t>曲の開始</a:t>
              </a:r>
              <a:endParaRPr kumimoji="1" lang="ja-JP" altLang="en-US"/>
            </a:p>
          </p:txBody>
        </p:sp>
        <p:grpSp>
          <p:nvGrpSpPr>
            <p:cNvPr id="50" name="グループ化 49">
              <a:extLst>
                <a:ext uri="{FF2B5EF4-FFF2-40B4-BE49-F238E27FC236}">
                  <a16:creationId xmlns:a16="http://schemas.microsoft.com/office/drawing/2014/main" id="{D86D3917-B8B2-A33A-DE6C-99A15C0694C9}"/>
                </a:ext>
              </a:extLst>
            </p:cNvPr>
            <p:cNvGrpSpPr/>
            <p:nvPr/>
          </p:nvGrpSpPr>
          <p:grpSpPr>
            <a:xfrm>
              <a:off x="416176" y="1076025"/>
              <a:ext cx="7964663" cy="835854"/>
              <a:chOff x="435230" y="3713202"/>
              <a:chExt cx="7964663" cy="919440"/>
            </a:xfrm>
          </p:grpSpPr>
          <p:grpSp>
            <p:nvGrpSpPr>
              <p:cNvPr id="49" name="グループ化 48">
                <a:extLst>
                  <a:ext uri="{FF2B5EF4-FFF2-40B4-BE49-F238E27FC236}">
                    <a16:creationId xmlns:a16="http://schemas.microsoft.com/office/drawing/2014/main" id="{5C8655C1-6E50-40BB-0F33-0779A11A8C3C}"/>
                  </a:ext>
                </a:extLst>
              </p:cNvPr>
              <p:cNvGrpSpPr/>
              <p:nvPr/>
            </p:nvGrpSpPr>
            <p:grpSpPr>
              <a:xfrm>
                <a:off x="435230" y="3713202"/>
                <a:ext cx="5113180" cy="406265"/>
                <a:chOff x="435230" y="3713202"/>
                <a:chExt cx="5113180" cy="406265"/>
              </a:xfrm>
            </p:grpSpPr>
            <p:cxnSp>
              <p:nvCxnSpPr>
                <p:cNvPr id="30" name="直線矢印コネクタ 29">
                  <a:extLst>
                    <a:ext uri="{FF2B5EF4-FFF2-40B4-BE49-F238E27FC236}">
                      <a16:creationId xmlns:a16="http://schemas.microsoft.com/office/drawing/2014/main" id="{8E1EF852-7E7F-68F0-F796-677563F49D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5230" y="4082534"/>
                  <a:ext cx="51131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CA8ED350-AA6F-29D4-EA13-1B68D3D3CE42}"/>
                    </a:ext>
                  </a:extLst>
                </p:cNvPr>
                <p:cNvSpPr txBox="1"/>
                <p:nvPr/>
              </p:nvSpPr>
              <p:spPr>
                <a:xfrm>
                  <a:off x="677330" y="3713202"/>
                  <a:ext cx="4686359" cy="4062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/>
                    <a:t>ボタンを押下</a:t>
                  </a:r>
                </a:p>
              </p:txBody>
            </p:sp>
          </p:grpSp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C111DECA-713B-8852-674C-8C09544EB4CA}"/>
                  </a:ext>
                </a:extLst>
              </p:cNvPr>
              <p:cNvSpPr/>
              <p:nvPr/>
            </p:nvSpPr>
            <p:spPr>
              <a:xfrm>
                <a:off x="5458812" y="4075023"/>
                <a:ext cx="132426" cy="557619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34" name="直線矢印コネクタ 33">
                <a:extLst>
                  <a:ext uri="{FF2B5EF4-FFF2-40B4-BE49-F238E27FC236}">
                    <a16:creationId xmlns:a16="http://schemas.microsoft.com/office/drawing/2014/main" id="{16498CC5-C153-3F13-C9CD-6CA92B35B7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5504" y="4252662"/>
                <a:ext cx="264199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9E497386-FC8D-F55E-1AD1-4C7E4E343B97}"/>
                  </a:ext>
                </a:extLst>
              </p:cNvPr>
              <p:cNvSpPr txBox="1"/>
              <p:nvPr/>
            </p:nvSpPr>
            <p:spPr>
              <a:xfrm>
                <a:off x="6107600" y="3846397"/>
                <a:ext cx="2090637" cy="406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/>
                  <a:t>曲の開始</a:t>
                </a:r>
              </a:p>
            </p:txBody>
          </p:sp>
          <p:sp>
            <p:nvSpPr>
              <p:cNvPr id="36" name="正方形/長方形 35">
                <a:extLst>
                  <a:ext uri="{FF2B5EF4-FFF2-40B4-BE49-F238E27FC236}">
                    <a16:creationId xmlns:a16="http://schemas.microsoft.com/office/drawing/2014/main" id="{407B5797-C220-93B2-12C9-C7390DD5FDD8}"/>
                  </a:ext>
                </a:extLst>
              </p:cNvPr>
              <p:cNvSpPr/>
              <p:nvPr/>
            </p:nvSpPr>
            <p:spPr>
              <a:xfrm>
                <a:off x="8232435" y="4244574"/>
                <a:ext cx="167458" cy="301651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C382A70-6601-BC59-7EE5-F7CC3897A781}"/>
              </a:ext>
            </a:extLst>
          </p:cNvPr>
          <p:cNvSpPr txBox="1"/>
          <p:nvPr/>
        </p:nvSpPr>
        <p:spPr>
          <a:xfrm>
            <a:off x="806732" y="2517536"/>
            <a:ext cx="1511952" cy="335756"/>
          </a:xfrm>
          <a:prstGeom prst="rect">
            <a:avLst/>
          </a:prstGeom>
          <a:noFill/>
          <a:ln w="19050">
            <a:solidFill>
              <a:schemeClr val="accent1">
                <a:shade val="1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ja-JP" altLang="en-US"/>
              <a:t>演奏中</a:t>
            </a:r>
            <a:r>
              <a:rPr lang="en-US" altLang="ja-JP" dirty="0"/>
              <a:t>(loop)</a:t>
            </a:r>
            <a:endParaRPr kumimoji="1" lang="ja-JP" altLang="en-US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B48BDCE3-D668-3700-BE04-304526CA5577}"/>
              </a:ext>
            </a:extLst>
          </p:cNvPr>
          <p:cNvGrpSpPr/>
          <p:nvPr/>
        </p:nvGrpSpPr>
        <p:grpSpPr>
          <a:xfrm>
            <a:off x="10209647" y="226060"/>
            <a:ext cx="1752589" cy="6631940"/>
            <a:chOff x="3078479" y="226060"/>
            <a:chExt cx="1752589" cy="6631940"/>
          </a:xfrm>
        </p:grpSpPr>
        <p:sp>
          <p:nvSpPr>
            <p:cNvPr id="27" name="角丸四角形 26">
              <a:extLst>
                <a:ext uri="{FF2B5EF4-FFF2-40B4-BE49-F238E27FC236}">
                  <a16:creationId xmlns:a16="http://schemas.microsoft.com/office/drawing/2014/main" id="{8A728AD4-DF89-C986-AE58-1E242BDCC372}"/>
                </a:ext>
              </a:extLst>
            </p:cNvPr>
            <p:cNvSpPr/>
            <p:nvPr/>
          </p:nvSpPr>
          <p:spPr>
            <a:xfrm>
              <a:off x="3078479" y="226060"/>
              <a:ext cx="1752589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solidFill>
                    <a:schemeClr val="tx1"/>
                  </a:solidFill>
                </a:rPr>
                <a:t>楽器デバイス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1EAC0698-BDB8-18FA-4673-B4F682D13987}"/>
                </a:ext>
              </a:extLst>
            </p:cNvPr>
            <p:cNvCxnSpPr>
              <a:cxnSpLocks/>
            </p:cNvCxnSpPr>
            <p:nvPr/>
          </p:nvCxnSpPr>
          <p:spPr>
            <a:xfrm>
              <a:off x="3954773" y="883920"/>
              <a:ext cx="53472" cy="597408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59985F97-36A0-9B74-2C1A-C23DFF2EBB85}"/>
              </a:ext>
            </a:extLst>
          </p:cNvPr>
          <p:cNvSpPr/>
          <p:nvPr/>
        </p:nvSpPr>
        <p:spPr>
          <a:xfrm>
            <a:off x="5465720" y="4024387"/>
            <a:ext cx="141027" cy="369329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77B3A8F7-4A58-06EC-28E8-A21BAAC9165F}"/>
              </a:ext>
            </a:extLst>
          </p:cNvPr>
          <p:cNvSpPr txBox="1"/>
          <p:nvPr/>
        </p:nvSpPr>
        <p:spPr>
          <a:xfrm>
            <a:off x="898087" y="2054496"/>
            <a:ext cx="703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開始時刻・楽譜内の開始・終了</a:t>
            </a:r>
            <a:endParaRPr lang="en-US" altLang="ja-JP" dirty="0"/>
          </a:p>
        </p:txBody>
      </p: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570681E6-E841-F7D3-21B2-508530D89C79}"/>
              </a:ext>
            </a:extLst>
          </p:cNvPr>
          <p:cNvCxnSpPr>
            <a:cxnSpLocks/>
          </p:cNvCxnSpPr>
          <p:nvPr/>
        </p:nvCxnSpPr>
        <p:spPr>
          <a:xfrm>
            <a:off x="457181" y="2389373"/>
            <a:ext cx="10704183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D08B3C78-631C-5DA4-1A9F-0A1D8D60D1E4}"/>
              </a:ext>
            </a:extLst>
          </p:cNvPr>
          <p:cNvSpPr/>
          <p:nvPr/>
        </p:nvSpPr>
        <p:spPr>
          <a:xfrm>
            <a:off x="8241994" y="4391069"/>
            <a:ext cx="146539" cy="28221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577686E8-639B-E78B-CE50-C7F90D2B5BCF}"/>
              </a:ext>
            </a:extLst>
          </p:cNvPr>
          <p:cNvSpPr txBox="1"/>
          <p:nvPr/>
        </p:nvSpPr>
        <p:spPr>
          <a:xfrm>
            <a:off x="1018882" y="4513614"/>
            <a:ext cx="429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スライド操作</a:t>
            </a:r>
            <a:r>
              <a:rPr lang="en-US" altLang="ja-JP" dirty="0"/>
              <a:t>(</a:t>
            </a:r>
            <a:r>
              <a:rPr lang="ja-JP" altLang="en-US"/>
              <a:t>音量変更</a:t>
            </a:r>
            <a:r>
              <a:rPr lang="en-US" altLang="ja-JP" dirty="0"/>
              <a:t>)+</a:t>
            </a:r>
            <a:r>
              <a:rPr lang="ja-JP" altLang="en-US"/>
              <a:t>上下に振る</a:t>
            </a:r>
            <a:endParaRPr kumimoji="1" lang="ja-JP" altLang="en-US"/>
          </a:p>
        </p:txBody>
      </p: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BF5EEBAA-8858-2033-DA97-CEF6AEB8489B}"/>
              </a:ext>
            </a:extLst>
          </p:cNvPr>
          <p:cNvGrpSpPr/>
          <p:nvPr/>
        </p:nvGrpSpPr>
        <p:grpSpPr>
          <a:xfrm>
            <a:off x="5536769" y="4062143"/>
            <a:ext cx="2739052" cy="335756"/>
            <a:chOff x="5493543" y="4411813"/>
            <a:chExt cx="2739052" cy="335756"/>
          </a:xfrm>
        </p:grpSpPr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F79FFC4C-915C-8A39-6286-91D4F650EC11}"/>
                </a:ext>
              </a:extLst>
            </p:cNvPr>
            <p:cNvSpPr txBox="1"/>
            <p:nvPr/>
          </p:nvSpPr>
          <p:spPr>
            <a:xfrm>
              <a:off x="5817751" y="4411813"/>
              <a:ext cx="2090637" cy="335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/>
                <a:t>新しい設定</a:t>
              </a:r>
              <a:r>
                <a:rPr kumimoji="1" lang="en-US" altLang="ja-JP" dirty="0"/>
                <a:t>BPM</a:t>
              </a:r>
              <a:r>
                <a:rPr kumimoji="1" lang="ja-JP" altLang="en-US"/>
                <a:t>値</a:t>
              </a:r>
            </a:p>
          </p:txBody>
        </p: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42C0F392-E880-A0DE-A789-79676BD5386F}"/>
                </a:ext>
              </a:extLst>
            </p:cNvPr>
            <p:cNvCxnSpPr>
              <a:cxnSpLocks/>
            </p:cNvCxnSpPr>
            <p:nvPr/>
          </p:nvCxnSpPr>
          <p:spPr>
            <a:xfrm>
              <a:off x="5493543" y="4740739"/>
              <a:ext cx="27390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0D6EF46C-2750-B4D2-02BD-3AC194686C80}"/>
              </a:ext>
            </a:extLst>
          </p:cNvPr>
          <p:cNvSpPr/>
          <p:nvPr/>
        </p:nvSpPr>
        <p:spPr>
          <a:xfrm>
            <a:off x="11034154" y="1844573"/>
            <a:ext cx="167458" cy="27422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3F7B4F43-092B-6DA2-844C-C5A6BC6D3283}"/>
              </a:ext>
            </a:extLst>
          </p:cNvPr>
          <p:cNvGrpSpPr/>
          <p:nvPr/>
        </p:nvGrpSpPr>
        <p:grpSpPr>
          <a:xfrm>
            <a:off x="462843" y="5746043"/>
            <a:ext cx="10635288" cy="887839"/>
            <a:chOff x="416176" y="1076025"/>
            <a:chExt cx="10635288" cy="887839"/>
          </a:xfrm>
        </p:grpSpPr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33019A38-A78A-B430-CE32-75EE0E3E28D1}"/>
                </a:ext>
              </a:extLst>
            </p:cNvPr>
            <p:cNvCxnSpPr>
              <a:cxnSpLocks/>
            </p:cNvCxnSpPr>
            <p:nvPr/>
          </p:nvCxnSpPr>
          <p:spPr>
            <a:xfrm>
              <a:off x="5485423" y="1914143"/>
              <a:ext cx="556604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B979469A-721D-63EA-2A87-11AD0C5BE51F}"/>
                </a:ext>
              </a:extLst>
            </p:cNvPr>
            <p:cNvSpPr txBox="1"/>
            <p:nvPr/>
          </p:nvSpPr>
          <p:spPr>
            <a:xfrm>
              <a:off x="8854963" y="1594532"/>
              <a:ext cx="17728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/>
                <a:t>曲の終了</a:t>
              </a:r>
              <a:endParaRPr kumimoji="1" lang="ja-JP" altLang="en-US"/>
            </a:p>
          </p:txBody>
        </p:sp>
        <p:grpSp>
          <p:nvGrpSpPr>
            <p:cNvPr id="66" name="グループ化 65">
              <a:extLst>
                <a:ext uri="{FF2B5EF4-FFF2-40B4-BE49-F238E27FC236}">
                  <a16:creationId xmlns:a16="http://schemas.microsoft.com/office/drawing/2014/main" id="{4F6FB9DF-56C7-AB30-03B3-E9EEDE04A45D}"/>
                </a:ext>
              </a:extLst>
            </p:cNvPr>
            <p:cNvGrpSpPr/>
            <p:nvPr/>
          </p:nvGrpSpPr>
          <p:grpSpPr>
            <a:xfrm>
              <a:off x="416176" y="1076025"/>
              <a:ext cx="7964663" cy="835854"/>
              <a:chOff x="435230" y="3713202"/>
              <a:chExt cx="7964663" cy="919440"/>
            </a:xfrm>
          </p:grpSpPr>
          <p:grpSp>
            <p:nvGrpSpPr>
              <p:cNvPr id="67" name="グループ化 66">
                <a:extLst>
                  <a:ext uri="{FF2B5EF4-FFF2-40B4-BE49-F238E27FC236}">
                    <a16:creationId xmlns:a16="http://schemas.microsoft.com/office/drawing/2014/main" id="{A7F672C9-296F-CF48-7A47-509FDA74B79E}"/>
                  </a:ext>
                </a:extLst>
              </p:cNvPr>
              <p:cNvGrpSpPr/>
              <p:nvPr/>
            </p:nvGrpSpPr>
            <p:grpSpPr>
              <a:xfrm>
                <a:off x="435230" y="3713202"/>
                <a:ext cx="5113180" cy="406265"/>
                <a:chOff x="435230" y="3713202"/>
                <a:chExt cx="5113180" cy="406265"/>
              </a:xfrm>
            </p:grpSpPr>
            <p:cxnSp>
              <p:nvCxnSpPr>
                <p:cNvPr id="75" name="直線矢印コネクタ 74">
                  <a:extLst>
                    <a:ext uri="{FF2B5EF4-FFF2-40B4-BE49-F238E27FC236}">
                      <a16:creationId xmlns:a16="http://schemas.microsoft.com/office/drawing/2014/main" id="{26F88482-8406-1CE7-E9CD-D06F65BFE8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5230" y="4082534"/>
                  <a:ext cx="51131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テキスト ボックス 75">
                  <a:extLst>
                    <a:ext uri="{FF2B5EF4-FFF2-40B4-BE49-F238E27FC236}">
                      <a16:creationId xmlns:a16="http://schemas.microsoft.com/office/drawing/2014/main" id="{7C30C335-64D8-83E8-690F-CB87443F7BE7}"/>
                    </a:ext>
                  </a:extLst>
                </p:cNvPr>
                <p:cNvSpPr txBox="1"/>
                <p:nvPr/>
              </p:nvSpPr>
              <p:spPr>
                <a:xfrm>
                  <a:off x="677330" y="3713202"/>
                  <a:ext cx="4686359" cy="4062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/>
                    <a:t>ボタンを押下</a:t>
                  </a:r>
                </a:p>
              </p:txBody>
            </p:sp>
          </p:grpSp>
          <p:sp>
            <p:nvSpPr>
              <p:cNvPr id="69" name="正方形/長方形 68">
                <a:extLst>
                  <a:ext uri="{FF2B5EF4-FFF2-40B4-BE49-F238E27FC236}">
                    <a16:creationId xmlns:a16="http://schemas.microsoft.com/office/drawing/2014/main" id="{20CEE304-294A-D95F-EBDC-F96FA3608C00}"/>
                  </a:ext>
                </a:extLst>
              </p:cNvPr>
              <p:cNvSpPr/>
              <p:nvPr/>
            </p:nvSpPr>
            <p:spPr>
              <a:xfrm>
                <a:off x="5458812" y="4091151"/>
                <a:ext cx="167458" cy="541491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0" name="直線矢印コネクタ 69">
                <a:extLst>
                  <a:ext uri="{FF2B5EF4-FFF2-40B4-BE49-F238E27FC236}">
                    <a16:creationId xmlns:a16="http://schemas.microsoft.com/office/drawing/2014/main" id="{92646DA3-49A8-39AC-621C-738DB5EF92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45504" y="4252662"/>
                <a:ext cx="264199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02ABAC5C-9E25-6A1A-C529-D243EB418378}"/>
                  </a:ext>
                </a:extLst>
              </p:cNvPr>
              <p:cNvSpPr txBox="1"/>
              <p:nvPr/>
            </p:nvSpPr>
            <p:spPr>
              <a:xfrm>
                <a:off x="6107600" y="3846397"/>
                <a:ext cx="2090637" cy="406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/>
                  <a:t>曲の終了</a:t>
                </a:r>
              </a:p>
            </p:txBody>
          </p:sp>
          <p:sp>
            <p:nvSpPr>
              <p:cNvPr id="74" name="正方形/長方形 73">
                <a:extLst>
                  <a:ext uri="{FF2B5EF4-FFF2-40B4-BE49-F238E27FC236}">
                    <a16:creationId xmlns:a16="http://schemas.microsoft.com/office/drawing/2014/main" id="{E73AE664-2D96-3901-9028-D23ABBE40B91}"/>
                  </a:ext>
                </a:extLst>
              </p:cNvPr>
              <p:cNvSpPr/>
              <p:nvPr/>
            </p:nvSpPr>
            <p:spPr>
              <a:xfrm>
                <a:off x="8232435" y="4244574"/>
                <a:ext cx="167458" cy="301651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746725C3-2BF7-6686-73BA-5B3598F22BFB}"/>
              </a:ext>
            </a:extLst>
          </p:cNvPr>
          <p:cNvSpPr/>
          <p:nvPr/>
        </p:nvSpPr>
        <p:spPr>
          <a:xfrm>
            <a:off x="11099738" y="6557806"/>
            <a:ext cx="167458" cy="27422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B271461C-9079-2E00-EB9E-153810FEBBEA}"/>
              </a:ext>
            </a:extLst>
          </p:cNvPr>
          <p:cNvGrpSpPr/>
          <p:nvPr/>
        </p:nvGrpSpPr>
        <p:grpSpPr>
          <a:xfrm>
            <a:off x="435230" y="2870080"/>
            <a:ext cx="11366593" cy="2872047"/>
            <a:chOff x="307138" y="2226781"/>
            <a:chExt cx="11656147" cy="2872047"/>
          </a:xfrm>
        </p:grpSpPr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1F189537-AC27-7E6C-F628-532B94A66481}"/>
                </a:ext>
              </a:extLst>
            </p:cNvPr>
            <p:cNvGrpSpPr/>
            <p:nvPr/>
          </p:nvGrpSpPr>
          <p:grpSpPr>
            <a:xfrm>
              <a:off x="307138" y="2226781"/>
              <a:ext cx="11656147" cy="2872047"/>
              <a:chOff x="282519" y="4145403"/>
              <a:chExt cx="11654291" cy="2872047"/>
            </a:xfrm>
          </p:grpSpPr>
          <p:grpSp>
            <p:nvGrpSpPr>
              <p:cNvPr id="18" name="グループ化 17">
                <a:extLst>
                  <a:ext uri="{FF2B5EF4-FFF2-40B4-BE49-F238E27FC236}">
                    <a16:creationId xmlns:a16="http://schemas.microsoft.com/office/drawing/2014/main" id="{34612074-800E-1BD0-CDDE-6ADB96C7080B}"/>
                  </a:ext>
                </a:extLst>
              </p:cNvPr>
              <p:cNvGrpSpPr/>
              <p:nvPr/>
            </p:nvGrpSpPr>
            <p:grpSpPr>
              <a:xfrm>
                <a:off x="3002183" y="4963899"/>
                <a:ext cx="2501723" cy="369332"/>
                <a:chOff x="2958663" y="2221620"/>
                <a:chExt cx="2501723" cy="369332"/>
              </a:xfrm>
            </p:grpSpPr>
            <p:cxnSp>
              <p:nvCxnSpPr>
                <p:cNvPr id="21" name="直線矢印コネクタ 20">
                  <a:extLst>
                    <a:ext uri="{FF2B5EF4-FFF2-40B4-BE49-F238E27FC236}">
                      <a16:creationId xmlns:a16="http://schemas.microsoft.com/office/drawing/2014/main" id="{D15568FC-490B-5625-FCF9-898A8AD663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58663" y="2548698"/>
                  <a:ext cx="2501723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44DD7AAD-0E3C-1A31-B70F-9011289D1230}"/>
                    </a:ext>
                  </a:extLst>
                </p:cNvPr>
                <p:cNvSpPr txBox="1"/>
                <p:nvPr/>
              </p:nvSpPr>
              <p:spPr>
                <a:xfrm>
                  <a:off x="3188290" y="2221620"/>
                  <a:ext cx="21029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/>
                    <a:t>振り動作を検知</a:t>
                  </a:r>
                </a:p>
              </p:txBody>
            </p:sp>
          </p:grpSp>
          <p:sp>
            <p:nvSpPr>
              <p:cNvPr id="37" name="角丸四角形 36">
                <a:extLst>
                  <a:ext uri="{FF2B5EF4-FFF2-40B4-BE49-F238E27FC236}">
                    <a16:creationId xmlns:a16="http://schemas.microsoft.com/office/drawing/2014/main" id="{E814E5B6-0335-2412-35B1-10BD4547720A}"/>
                  </a:ext>
                </a:extLst>
              </p:cNvPr>
              <p:cNvSpPr/>
              <p:nvPr/>
            </p:nvSpPr>
            <p:spPr>
              <a:xfrm>
                <a:off x="282521" y="4145403"/>
                <a:ext cx="11654289" cy="2872047"/>
              </a:xfrm>
              <a:prstGeom prst="round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6" name="グループ化 15">
                <a:extLst>
                  <a:ext uri="{FF2B5EF4-FFF2-40B4-BE49-F238E27FC236}">
                    <a16:creationId xmlns:a16="http://schemas.microsoft.com/office/drawing/2014/main" id="{9613DB61-1B37-361A-F0BF-6030B87231A1}"/>
                  </a:ext>
                </a:extLst>
              </p:cNvPr>
              <p:cNvGrpSpPr/>
              <p:nvPr/>
            </p:nvGrpSpPr>
            <p:grpSpPr>
              <a:xfrm>
                <a:off x="282519" y="4333210"/>
                <a:ext cx="2802030" cy="646331"/>
                <a:chOff x="259456" y="1279572"/>
                <a:chExt cx="2802030" cy="646331"/>
              </a:xfrm>
            </p:grpSpPr>
            <p:cxnSp>
              <p:nvCxnSpPr>
                <p:cNvPr id="17" name="直線矢印コネクタ 16">
                  <a:extLst>
                    <a:ext uri="{FF2B5EF4-FFF2-40B4-BE49-F238E27FC236}">
                      <a16:creationId xmlns:a16="http://schemas.microsoft.com/office/drawing/2014/main" id="{3DD6804E-23F5-059E-1BD3-DA46163D4A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59457" y="1880508"/>
                  <a:ext cx="2732362" cy="834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" name="テキスト ボックス 1">
                  <a:extLst>
                    <a:ext uri="{FF2B5EF4-FFF2-40B4-BE49-F238E27FC236}">
                      <a16:creationId xmlns:a16="http://schemas.microsoft.com/office/drawing/2014/main" id="{9E75AD9A-F88A-44B8-A25A-292229525C1F}"/>
                    </a:ext>
                  </a:extLst>
                </p:cNvPr>
                <p:cNvSpPr txBox="1"/>
                <p:nvPr/>
              </p:nvSpPr>
              <p:spPr>
                <a:xfrm>
                  <a:off x="259456" y="1279572"/>
                  <a:ext cx="280203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ja-JP" altLang="en-US"/>
                    <a:t>スライド操作</a:t>
                  </a:r>
                  <a:r>
                    <a:rPr lang="en-US" altLang="ja-JP" dirty="0"/>
                    <a:t>(BPM</a:t>
                  </a:r>
                  <a:r>
                    <a:rPr lang="ja-JP" altLang="en-US"/>
                    <a:t>変更</a:t>
                  </a:r>
                  <a:r>
                    <a:rPr lang="en-US" altLang="ja-JP" dirty="0"/>
                    <a:t>)</a:t>
                  </a:r>
                </a:p>
                <a:p>
                  <a:r>
                    <a:rPr lang="en-US" altLang="ja-JP" dirty="0"/>
                    <a:t>+</a:t>
                  </a:r>
                  <a:r>
                    <a:rPr lang="ja-JP" altLang="en-US"/>
                    <a:t>上下に振る</a:t>
                  </a:r>
                  <a:endParaRPr kumimoji="1" lang="ja-JP" altLang="en-US"/>
                </a:p>
              </p:txBody>
            </p:sp>
          </p:grpSp>
        </p:grp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076F4399-B569-0DA0-A31F-5F17FAB3E8DA}"/>
                </a:ext>
              </a:extLst>
            </p:cNvPr>
            <p:cNvSpPr/>
            <p:nvPr/>
          </p:nvSpPr>
          <p:spPr>
            <a:xfrm>
              <a:off x="3000292" y="3023865"/>
              <a:ext cx="146490" cy="348490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E75FBC63-00F0-C3EE-7C2E-63BB4403BF75}"/>
              </a:ext>
            </a:extLst>
          </p:cNvPr>
          <p:cNvSpPr/>
          <p:nvPr/>
        </p:nvSpPr>
        <p:spPr>
          <a:xfrm>
            <a:off x="11088094" y="4853908"/>
            <a:ext cx="146539" cy="28221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0FF288C4-8ECA-3323-66A7-6BE6671DE03B}"/>
              </a:ext>
            </a:extLst>
          </p:cNvPr>
          <p:cNvCxnSpPr>
            <a:cxnSpLocks/>
          </p:cNvCxnSpPr>
          <p:nvPr/>
        </p:nvCxnSpPr>
        <p:spPr>
          <a:xfrm>
            <a:off x="435230" y="5431166"/>
            <a:ext cx="10704183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A137D1BD-5912-79D9-A3FF-F9181DBE6AE8}"/>
              </a:ext>
            </a:extLst>
          </p:cNvPr>
          <p:cNvSpPr/>
          <p:nvPr/>
        </p:nvSpPr>
        <p:spPr>
          <a:xfrm>
            <a:off x="11095115" y="5422715"/>
            <a:ext cx="146539" cy="282213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D7D60CBA-6A70-112D-7AF4-80288DDF72BE}"/>
              </a:ext>
            </a:extLst>
          </p:cNvPr>
          <p:cNvSpPr txBox="1"/>
          <p:nvPr/>
        </p:nvSpPr>
        <p:spPr>
          <a:xfrm>
            <a:off x="2695701" y="5097500"/>
            <a:ext cx="429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指揮デバイスの現在時刻</a:t>
            </a:r>
            <a:endParaRPr kumimoji="1" lang="ja-JP" altLang="en-US"/>
          </a:p>
        </p:txBody>
      </p: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81041D37-A756-CCE1-23F0-80DEB2E4696C}"/>
              </a:ext>
            </a:extLst>
          </p:cNvPr>
          <p:cNvCxnSpPr>
            <a:cxnSpLocks/>
          </p:cNvCxnSpPr>
          <p:nvPr/>
        </p:nvCxnSpPr>
        <p:spPr>
          <a:xfrm>
            <a:off x="405005" y="4841077"/>
            <a:ext cx="10704183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D5FC1D34-6EF8-B6D3-4285-809D613717D7}"/>
              </a:ext>
            </a:extLst>
          </p:cNvPr>
          <p:cNvSpPr/>
          <p:nvPr/>
        </p:nvSpPr>
        <p:spPr>
          <a:xfrm>
            <a:off x="11116955" y="2378768"/>
            <a:ext cx="167458" cy="27422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879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910FE-CE94-A813-3EE1-64BFB1E5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9EDD8FC-BC2B-DF8C-1DFB-81A6BD20D7CC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065114" y="908050"/>
            <a:ext cx="54262" cy="490552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0A1155DA-D645-16AF-796E-B24DD69344A7}"/>
              </a:ext>
            </a:extLst>
          </p:cNvPr>
          <p:cNvGrpSpPr/>
          <p:nvPr/>
        </p:nvGrpSpPr>
        <p:grpSpPr>
          <a:xfrm>
            <a:off x="3200399" y="226060"/>
            <a:ext cx="1752589" cy="5852160"/>
            <a:chOff x="3078479" y="226060"/>
            <a:chExt cx="1752589" cy="5852160"/>
          </a:xfrm>
        </p:grpSpPr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CA2E5181-D17E-0616-2428-5746900A0171}"/>
                </a:ext>
              </a:extLst>
            </p:cNvPr>
            <p:cNvSpPr/>
            <p:nvPr/>
          </p:nvSpPr>
          <p:spPr>
            <a:xfrm>
              <a:off x="3078479" y="226060"/>
              <a:ext cx="1752589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CdS</a:t>
              </a:r>
              <a:r>
                <a:rPr lang="ja-JP" altLang="en-US">
                  <a:solidFill>
                    <a:schemeClr val="tx1"/>
                  </a:solidFill>
                </a:rPr>
                <a:t>セル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72B11B14-6450-075A-CF39-9E39DB8AA176}"/>
                </a:ext>
              </a:extLst>
            </p:cNvPr>
            <p:cNvCxnSpPr/>
            <p:nvPr/>
          </p:nvCxnSpPr>
          <p:spPr>
            <a:xfrm>
              <a:off x="3954773" y="883920"/>
              <a:ext cx="0" cy="519430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024765B6-5BEB-E3E1-1B3B-45EFA1CDED66}"/>
              </a:ext>
            </a:extLst>
          </p:cNvPr>
          <p:cNvGrpSpPr/>
          <p:nvPr/>
        </p:nvGrpSpPr>
        <p:grpSpPr>
          <a:xfrm>
            <a:off x="6313175" y="226060"/>
            <a:ext cx="1752589" cy="5852160"/>
            <a:chOff x="3078479" y="226060"/>
            <a:chExt cx="1752589" cy="5852160"/>
          </a:xfrm>
        </p:grpSpPr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241AA88D-D897-702E-7FB5-DCB0CD730933}"/>
                </a:ext>
              </a:extLst>
            </p:cNvPr>
            <p:cNvSpPr/>
            <p:nvPr/>
          </p:nvSpPr>
          <p:spPr>
            <a:xfrm>
              <a:off x="3078479" y="226060"/>
              <a:ext cx="1752589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</a:rPr>
                <a:t>Arduino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FCD0C8EC-FF0C-4065-908C-920668FA8F92}"/>
                </a:ext>
              </a:extLst>
            </p:cNvPr>
            <p:cNvCxnSpPr/>
            <p:nvPr/>
          </p:nvCxnSpPr>
          <p:spPr>
            <a:xfrm>
              <a:off x="3954773" y="883920"/>
              <a:ext cx="0" cy="519430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D0315B6F-68A6-10A1-0B75-CC47B87C458B}"/>
              </a:ext>
            </a:extLst>
          </p:cNvPr>
          <p:cNvGrpSpPr/>
          <p:nvPr/>
        </p:nvGrpSpPr>
        <p:grpSpPr>
          <a:xfrm>
            <a:off x="9547871" y="226060"/>
            <a:ext cx="1912609" cy="5852160"/>
            <a:chOff x="3078479" y="226060"/>
            <a:chExt cx="1912609" cy="5852160"/>
          </a:xfrm>
        </p:grpSpPr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1EE28FC2-2A5F-F9D3-0474-C668C2ABFB36}"/>
                </a:ext>
              </a:extLst>
            </p:cNvPr>
            <p:cNvSpPr/>
            <p:nvPr/>
          </p:nvSpPr>
          <p:spPr>
            <a:xfrm>
              <a:off x="3078479" y="226060"/>
              <a:ext cx="1912609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</a:rPr>
                <a:t>Processing(PC)</a:t>
              </a: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BAA332E1-578D-9555-DBD5-2B35F5614129}"/>
                </a:ext>
              </a:extLst>
            </p:cNvPr>
            <p:cNvCxnSpPr/>
            <p:nvPr/>
          </p:nvCxnSpPr>
          <p:spPr>
            <a:xfrm>
              <a:off x="3954773" y="883920"/>
              <a:ext cx="0" cy="519430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CE48467B-4704-71C7-E32A-F11501EDC50D}"/>
              </a:ext>
            </a:extLst>
          </p:cNvPr>
          <p:cNvGrpSpPr/>
          <p:nvPr/>
        </p:nvGrpSpPr>
        <p:grpSpPr>
          <a:xfrm>
            <a:off x="1153055" y="1013440"/>
            <a:ext cx="2854444" cy="369332"/>
            <a:chOff x="1100329" y="1368028"/>
            <a:chExt cx="2854444" cy="369332"/>
          </a:xfrm>
        </p:grpSpPr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AF89993A-76CD-FACA-5276-3F9E22DEEE9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329" y="1737360"/>
              <a:ext cx="285444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BEEAA3F0-0064-2C99-71E7-0802018FAE0E}"/>
                </a:ext>
              </a:extLst>
            </p:cNvPr>
            <p:cNvSpPr txBox="1"/>
            <p:nvPr/>
          </p:nvSpPr>
          <p:spPr>
            <a:xfrm>
              <a:off x="1230950" y="1368028"/>
              <a:ext cx="2662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LED</a:t>
              </a:r>
              <a:r>
                <a:rPr lang="ja-JP" altLang="en-US"/>
                <a:t>光を検知</a:t>
              </a:r>
              <a:r>
                <a:rPr lang="en-US" altLang="ja-JP" dirty="0"/>
                <a:t>(</a:t>
              </a:r>
              <a:r>
                <a:rPr lang="ja-JP" altLang="en-US"/>
                <a:t>初回通過</a:t>
              </a:r>
              <a:r>
                <a:rPr lang="en-US" altLang="ja-JP" dirty="0"/>
                <a:t>)</a:t>
              </a:r>
              <a:endParaRPr kumimoji="1" lang="ja-JP" altLang="en-US"/>
            </a:p>
          </p:txBody>
        </p:sp>
      </p:grp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217C619-FD9B-EEFF-3AEE-CBF53E011BE3}"/>
              </a:ext>
            </a:extLst>
          </p:cNvPr>
          <p:cNvSpPr/>
          <p:nvPr/>
        </p:nvSpPr>
        <p:spPr>
          <a:xfrm>
            <a:off x="4023459" y="1398508"/>
            <a:ext cx="167639" cy="9144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11256479-AC79-6972-4089-D7034DE24A3F}"/>
              </a:ext>
            </a:extLst>
          </p:cNvPr>
          <p:cNvGrpSpPr/>
          <p:nvPr/>
        </p:nvGrpSpPr>
        <p:grpSpPr>
          <a:xfrm>
            <a:off x="4173854" y="1959746"/>
            <a:ext cx="3028964" cy="369332"/>
            <a:chOff x="4160505" y="2128242"/>
            <a:chExt cx="3028964" cy="369332"/>
          </a:xfrm>
        </p:grpSpPr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C202D5F3-4EB9-1563-9AE9-05B46F0E9B02}"/>
                </a:ext>
              </a:extLst>
            </p:cNvPr>
            <p:cNvCxnSpPr>
              <a:cxnSpLocks/>
            </p:cNvCxnSpPr>
            <p:nvPr/>
          </p:nvCxnSpPr>
          <p:spPr>
            <a:xfrm>
              <a:off x="4160505" y="2497574"/>
              <a:ext cx="30289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5B430FA6-9F27-89CC-C249-287236B176BB}"/>
                </a:ext>
              </a:extLst>
            </p:cNvPr>
            <p:cNvSpPr txBox="1"/>
            <p:nvPr/>
          </p:nvSpPr>
          <p:spPr>
            <a:xfrm>
              <a:off x="4473170" y="2128242"/>
              <a:ext cx="2250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/>
                <a:t>デジタル信号</a:t>
              </a:r>
              <a:r>
                <a:rPr kumimoji="1" lang="en-US" altLang="ja-JP" dirty="0"/>
                <a:t>(</a:t>
              </a:r>
              <a:r>
                <a:rPr kumimoji="1" lang="ja-JP" altLang="en-US"/>
                <a:t>初回</a:t>
              </a:r>
              <a:r>
                <a:rPr kumimoji="1" lang="en-US" altLang="ja-JP" dirty="0"/>
                <a:t>)</a:t>
              </a:r>
              <a:endParaRPr kumimoji="1" lang="ja-JP" altLang="en-US"/>
            </a:p>
          </p:txBody>
        </p:sp>
      </p:grp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F736F2EA-2AA5-DCBB-05D0-B4360997A777}"/>
              </a:ext>
            </a:extLst>
          </p:cNvPr>
          <p:cNvSpPr/>
          <p:nvPr/>
        </p:nvSpPr>
        <p:spPr>
          <a:xfrm>
            <a:off x="7159469" y="2345249"/>
            <a:ext cx="167638" cy="64632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B22580F4-5392-363A-A79D-EAB860BBE93A}"/>
              </a:ext>
            </a:extLst>
          </p:cNvPr>
          <p:cNvGrpSpPr/>
          <p:nvPr/>
        </p:nvGrpSpPr>
        <p:grpSpPr>
          <a:xfrm>
            <a:off x="7251443" y="2620459"/>
            <a:ext cx="3252080" cy="371118"/>
            <a:chOff x="7172085" y="2772784"/>
            <a:chExt cx="3252080" cy="371118"/>
          </a:xfrm>
        </p:grpSpPr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6C376F78-53D7-9006-096C-E8A09FA09999}"/>
                </a:ext>
              </a:extLst>
            </p:cNvPr>
            <p:cNvCxnSpPr>
              <a:cxnSpLocks/>
            </p:cNvCxnSpPr>
            <p:nvPr/>
          </p:nvCxnSpPr>
          <p:spPr>
            <a:xfrm>
              <a:off x="7172085" y="3143902"/>
              <a:ext cx="32520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711AC9AA-6D95-B168-257F-01D28C04C2CD}"/>
                </a:ext>
              </a:extLst>
            </p:cNvPr>
            <p:cNvSpPr txBox="1"/>
            <p:nvPr/>
          </p:nvSpPr>
          <p:spPr>
            <a:xfrm>
              <a:off x="8397441" y="2772784"/>
              <a:ext cx="11742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/>
                <a:t>演奏開始</a:t>
              </a:r>
              <a:endParaRPr lang="en-US" altLang="ja-JP" dirty="0"/>
            </a:p>
          </p:txBody>
        </p:sp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AFA9B2E2-6DE1-863A-2D88-A781EEAC4BAB}"/>
              </a:ext>
            </a:extLst>
          </p:cNvPr>
          <p:cNvGrpSpPr/>
          <p:nvPr/>
        </p:nvGrpSpPr>
        <p:grpSpPr>
          <a:xfrm>
            <a:off x="1063096" y="3176144"/>
            <a:ext cx="3011579" cy="369332"/>
            <a:chOff x="1065114" y="3713202"/>
            <a:chExt cx="3011579" cy="369332"/>
          </a:xfrm>
        </p:grpSpPr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058258B2-7B6C-CDA7-162D-F296671C9A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114" y="4069834"/>
              <a:ext cx="3011579" cy="127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9100318D-4803-BF11-4A08-12161D81F67B}"/>
                </a:ext>
              </a:extLst>
            </p:cNvPr>
            <p:cNvSpPr txBox="1"/>
            <p:nvPr/>
          </p:nvSpPr>
          <p:spPr>
            <a:xfrm>
              <a:off x="1818013" y="3713202"/>
              <a:ext cx="1560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LED</a:t>
              </a:r>
              <a:r>
                <a:rPr kumimoji="1" lang="ja-JP" altLang="en-US"/>
                <a:t>光を検知</a:t>
              </a:r>
            </a:p>
          </p:txBody>
        </p:sp>
      </p:grp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38599CF-8AE7-CD5B-F01D-3A0A9F8B3584}"/>
              </a:ext>
            </a:extLst>
          </p:cNvPr>
          <p:cNvSpPr/>
          <p:nvPr/>
        </p:nvSpPr>
        <p:spPr>
          <a:xfrm>
            <a:off x="7160461" y="4184834"/>
            <a:ext cx="166643" cy="1042134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1" name="グループ化 90">
            <a:extLst>
              <a:ext uri="{FF2B5EF4-FFF2-40B4-BE49-F238E27FC236}">
                <a16:creationId xmlns:a16="http://schemas.microsoft.com/office/drawing/2014/main" id="{3066A0FC-6B32-2725-E650-350803AC9D44}"/>
              </a:ext>
            </a:extLst>
          </p:cNvPr>
          <p:cNvGrpSpPr/>
          <p:nvPr/>
        </p:nvGrpSpPr>
        <p:grpSpPr>
          <a:xfrm>
            <a:off x="7311389" y="4855850"/>
            <a:ext cx="3112776" cy="369332"/>
            <a:chOff x="7311389" y="4172471"/>
            <a:chExt cx="3112776" cy="369332"/>
          </a:xfrm>
        </p:grpSpPr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9DA1ABE0-DC4D-1548-109C-B16E038C4595}"/>
                </a:ext>
              </a:extLst>
            </p:cNvPr>
            <p:cNvCxnSpPr>
              <a:cxnSpLocks/>
            </p:cNvCxnSpPr>
            <p:nvPr/>
          </p:nvCxnSpPr>
          <p:spPr>
            <a:xfrm>
              <a:off x="7311389" y="4527034"/>
              <a:ext cx="311277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6C68FF0F-DBA5-67A6-2E2F-5EBF48BE8684}"/>
                </a:ext>
              </a:extLst>
            </p:cNvPr>
            <p:cNvSpPr txBox="1"/>
            <p:nvPr/>
          </p:nvSpPr>
          <p:spPr>
            <a:xfrm>
              <a:off x="8020386" y="4172471"/>
              <a:ext cx="16289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新しい</a:t>
              </a:r>
              <a:r>
                <a:rPr kumimoji="1" lang="en-US" altLang="ja-JP" dirty="0"/>
                <a:t>BPM</a:t>
              </a:r>
              <a:r>
                <a:rPr kumimoji="1" lang="ja-JP" altLang="en-US"/>
                <a:t>値</a:t>
              </a:r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42835D84-2D6D-D09E-4C5E-55A18C423798}"/>
              </a:ext>
            </a:extLst>
          </p:cNvPr>
          <p:cNvGrpSpPr/>
          <p:nvPr/>
        </p:nvGrpSpPr>
        <p:grpSpPr>
          <a:xfrm>
            <a:off x="1065114" y="3119311"/>
            <a:ext cx="10546807" cy="2694261"/>
            <a:chOff x="1065114" y="3681730"/>
            <a:chExt cx="10546807" cy="2131841"/>
          </a:xfrm>
        </p:grpSpPr>
        <p:sp>
          <p:nvSpPr>
            <p:cNvPr id="37" name="角丸四角形 36">
              <a:extLst>
                <a:ext uri="{FF2B5EF4-FFF2-40B4-BE49-F238E27FC236}">
                  <a16:creationId xmlns:a16="http://schemas.microsoft.com/office/drawing/2014/main" id="{47AED96B-EC62-CB06-8A12-DF7BB2D7C0C0}"/>
                </a:ext>
              </a:extLst>
            </p:cNvPr>
            <p:cNvSpPr/>
            <p:nvPr/>
          </p:nvSpPr>
          <p:spPr>
            <a:xfrm>
              <a:off x="1065114" y="3681730"/>
              <a:ext cx="10546807" cy="2131841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CDD1B765-EAB6-BD4C-F934-D3E434D2419D}"/>
                </a:ext>
              </a:extLst>
            </p:cNvPr>
            <p:cNvSpPr txBox="1"/>
            <p:nvPr/>
          </p:nvSpPr>
          <p:spPr>
            <a:xfrm>
              <a:off x="1424940" y="5444239"/>
              <a:ext cx="1511952" cy="369332"/>
            </a:xfrm>
            <a:prstGeom prst="rect">
              <a:avLst/>
            </a:prstGeom>
            <a:noFill/>
            <a:ln w="19050">
              <a:solidFill>
                <a:schemeClr val="accent1">
                  <a:shade val="15000"/>
                </a:schemeClr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ja-JP" altLang="en-US"/>
                <a:t>演奏中</a:t>
              </a:r>
              <a:r>
                <a:rPr lang="en-US" altLang="ja-JP" dirty="0"/>
                <a:t>(loop)</a:t>
              </a:r>
              <a:endParaRPr kumimoji="1" lang="ja-JP" altLang="en-US"/>
            </a:p>
          </p:txBody>
        </p:sp>
      </p:grp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882FBD8B-894D-CB1B-EC10-893C5BA3974A}"/>
              </a:ext>
            </a:extLst>
          </p:cNvPr>
          <p:cNvSpPr/>
          <p:nvPr/>
        </p:nvSpPr>
        <p:spPr>
          <a:xfrm>
            <a:off x="133343" y="250190"/>
            <a:ext cx="1972065" cy="65786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観覧車デバイス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2C10222-233B-993D-3346-F6F5EC4F7FA5}"/>
              </a:ext>
            </a:extLst>
          </p:cNvPr>
          <p:cNvSpPr/>
          <p:nvPr/>
        </p:nvSpPr>
        <p:spPr>
          <a:xfrm>
            <a:off x="4021553" y="3546172"/>
            <a:ext cx="167638" cy="64632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F3C92C29-A5B5-8773-824F-3312EACC781A}"/>
              </a:ext>
            </a:extLst>
          </p:cNvPr>
          <p:cNvGrpSpPr/>
          <p:nvPr/>
        </p:nvGrpSpPr>
        <p:grpSpPr>
          <a:xfrm>
            <a:off x="4173854" y="3869336"/>
            <a:ext cx="3028964" cy="369332"/>
            <a:chOff x="4160505" y="2174410"/>
            <a:chExt cx="3028964" cy="369332"/>
          </a:xfrm>
        </p:grpSpPr>
        <p:cxnSp>
          <p:nvCxnSpPr>
            <p:cNvPr id="52" name="直線矢印コネクタ 51">
              <a:extLst>
                <a:ext uri="{FF2B5EF4-FFF2-40B4-BE49-F238E27FC236}">
                  <a16:creationId xmlns:a16="http://schemas.microsoft.com/office/drawing/2014/main" id="{6D4C1D15-7E93-5700-24D5-D4A14FDFB0F4}"/>
                </a:ext>
              </a:extLst>
            </p:cNvPr>
            <p:cNvCxnSpPr>
              <a:cxnSpLocks/>
            </p:cNvCxnSpPr>
            <p:nvPr/>
          </p:nvCxnSpPr>
          <p:spPr>
            <a:xfrm>
              <a:off x="4160505" y="2497574"/>
              <a:ext cx="302896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DDD7B07D-B8DD-C943-A941-6DBE3035B480}"/>
                </a:ext>
              </a:extLst>
            </p:cNvPr>
            <p:cNvSpPr txBox="1"/>
            <p:nvPr/>
          </p:nvSpPr>
          <p:spPr>
            <a:xfrm>
              <a:off x="4735215" y="2174410"/>
              <a:ext cx="2250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/>
                <a:t>デジタル信号</a:t>
              </a:r>
            </a:p>
          </p:txBody>
        </p:sp>
      </p:grpSp>
      <p:cxnSp>
        <p:nvCxnSpPr>
          <p:cNvPr id="56" name="曲線コネクタ 55">
            <a:extLst>
              <a:ext uri="{FF2B5EF4-FFF2-40B4-BE49-F238E27FC236}">
                <a16:creationId xmlns:a16="http://schemas.microsoft.com/office/drawing/2014/main" id="{3DF7ECC8-5FEA-E73E-A97A-0B7D8EE30DF0}"/>
              </a:ext>
            </a:extLst>
          </p:cNvPr>
          <p:cNvCxnSpPr>
            <a:cxnSpLocks/>
          </p:cNvCxnSpPr>
          <p:nvPr/>
        </p:nvCxnSpPr>
        <p:spPr>
          <a:xfrm rot="32700000" flipV="1">
            <a:off x="7348620" y="4442847"/>
            <a:ext cx="473451" cy="274546"/>
          </a:xfrm>
          <a:prstGeom prst="curvedConnector3">
            <a:avLst>
              <a:gd name="adj1" fmla="val -12493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FE50B6AF-177E-1665-4D8B-91290BDB78F9}"/>
              </a:ext>
            </a:extLst>
          </p:cNvPr>
          <p:cNvSpPr txBox="1"/>
          <p:nvPr/>
        </p:nvSpPr>
        <p:spPr>
          <a:xfrm>
            <a:off x="7356112" y="4015370"/>
            <a:ext cx="2552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通過間隔から</a:t>
            </a:r>
            <a:r>
              <a:rPr lang="en-US" altLang="ja-JP" dirty="0"/>
              <a:t>BPM</a:t>
            </a:r>
            <a:r>
              <a:rPr lang="ja-JP" altLang="en-US"/>
              <a:t>検出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525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44FEB-FD5C-348D-2B25-3C9FE3EB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2F3230C-CACC-A4F1-9EE2-BA279382175F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065114" y="908050"/>
            <a:ext cx="54262" cy="490552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EB7AB667-CCEC-A9CE-1145-098F5999BF00}"/>
              </a:ext>
            </a:extLst>
          </p:cNvPr>
          <p:cNvGrpSpPr/>
          <p:nvPr/>
        </p:nvGrpSpPr>
        <p:grpSpPr>
          <a:xfrm>
            <a:off x="3200399" y="226060"/>
            <a:ext cx="1752589" cy="5852160"/>
            <a:chOff x="3078479" y="226060"/>
            <a:chExt cx="1752589" cy="5852160"/>
          </a:xfrm>
        </p:grpSpPr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25D4DF07-4EE8-ACB7-FB7C-9ADA20409E43}"/>
                </a:ext>
              </a:extLst>
            </p:cNvPr>
            <p:cNvSpPr/>
            <p:nvPr/>
          </p:nvSpPr>
          <p:spPr>
            <a:xfrm>
              <a:off x="3078479" y="226060"/>
              <a:ext cx="1752589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CdS</a:t>
              </a:r>
              <a:r>
                <a:rPr kumimoji="1" lang="ja-JP" altLang="en-US">
                  <a:solidFill>
                    <a:schemeClr val="tx1"/>
                  </a:solidFill>
                </a:rPr>
                <a:t>セル</a:t>
              </a:r>
            </a:p>
          </p:txBody>
        </p: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E039336B-DC38-5966-8BC9-96C19633A87C}"/>
                </a:ext>
              </a:extLst>
            </p:cNvPr>
            <p:cNvCxnSpPr/>
            <p:nvPr/>
          </p:nvCxnSpPr>
          <p:spPr>
            <a:xfrm>
              <a:off x="3954773" y="883920"/>
              <a:ext cx="0" cy="519430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9FFCE9B-9BC1-2FAA-EA37-6EF0FD69CEB8}"/>
              </a:ext>
            </a:extLst>
          </p:cNvPr>
          <p:cNvGrpSpPr/>
          <p:nvPr/>
        </p:nvGrpSpPr>
        <p:grpSpPr>
          <a:xfrm>
            <a:off x="6313175" y="226060"/>
            <a:ext cx="1752589" cy="5852160"/>
            <a:chOff x="3078479" y="226060"/>
            <a:chExt cx="1752589" cy="5852160"/>
          </a:xfrm>
        </p:grpSpPr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901AE501-3017-369C-62A3-77A77A0FA4AA}"/>
                </a:ext>
              </a:extLst>
            </p:cNvPr>
            <p:cNvSpPr/>
            <p:nvPr/>
          </p:nvSpPr>
          <p:spPr>
            <a:xfrm>
              <a:off x="3078479" y="226060"/>
              <a:ext cx="1752589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</a:rPr>
                <a:t>Arduino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E5691F1F-A459-D002-95CD-5FD4801EEE2A}"/>
                </a:ext>
              </a:extLst>
            </p:cNvPr>
            <p:cNvCxnSpPr/>
            <p:nvPr/>
          </p:nvCxnSpPr>
          <p:spPr>
            <a:xfrm>
              <a:off x="3954773" y="883920"/>
              <a:ext cx="0" cy="519430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0F8C8921-652B-533D-1446-6D43A7C74548}"/>
              </a:ext>
            </a:extLst>
          </p:cNvPr>
          <p:cNvGrpSpPr/>
          <p:nvPr/>
        </p:nvGrpSpPr>
        <p:grpSpPr>
          <a:xfrm>
            <a:off x="9547871" y="226060"/>
            <a:ext cx="1912609" cy="5852160"/>
            <a:chOff x="3078479" y="226060"/>
            <a:chExt cx="1912609" cy="5852160"/>
          </a:xfrm>
        </p:grpSpPr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14460CEE-1448-CCAC-43C5-66DB5D6022DE}"/>
                </a:ext>
              </a:extLst>
            </p:cNvPr>
            <p:cNvSpPr/>
            <p:nvPr/>
          </p:nvSpPr>
          <p:spPr>
            <a:xfrm>
              <a:off x="3078479" y="226060"/>
              <a:ext cx="1912609" cy="657860"/>
            </a:xfrm>
            <a:prstGeom prst="round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chemeClr val="tx1"/>
                  </a:solidFill>
                </a:rPr>
                <a:t>Processing(PC)</a:t>
              </a: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F2C3F789-BB7F-1C85-F16C-51F8E2178587}"/>
                </a:ext>
              </a:extLst>
            </p:cNvPr>
            <p:cNvCxnSpPr/>
            <p:nvPr/>
          </p:nvCxnSpPr>
          <p:spPr>
            <a:xfrm>
              <a:off x="3954773" y="883920"/>
              <a:ext cx="0" cy="5194300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95007935-F2EF-FE75-7F50-A046D6ACAD1D}"/>
              </a:ext>
            </a:extLst>
          </p:cNvPr>
          <p:cNvGrpSpPr/>
          <p:nvPr/>
        </p:nvGrpSpPr>
        <p:grpSpPr>
          <a:xfrm>
            <a:off x="1065114" y="1335273"/>
            <a:ext cx="10546807" cy="4478299"/>
            <a:chOff x="1065114" y="3681730"/>
            <a:chExt cx="10546807" cy="2131841"/>
          </a:xfrm>
        </p:grpSpPr>
        <p:sp>
          <p:nvSpPr>
            <p:cNvPr id="37" name="角丸四角形 36">
              <a:extLst>
                <a:ext uri="{FF2B5EF4-FFF2-40B4-BE49-F238E27FC236}">
                  <a16:creationId xmlns:a16="http://schemas.microsoft.com/office/drawing/2014/main" id="{EA5989BB-CC24-20D9-C57F-B4A681801E33}"/>
                </a:ext>
              </a:extLst>
            </p:cNvPr>
            <p:cNvSpPr/>
            <p:nvPr/>
          </p:nvSpPr>
          <p:spPr>
            <a:xfrm>
              <a:off x="1065114" y="3681730"/>
              <a:ext cx="10546807" cy="2131841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14FD1ECC-D356-D4BC-3D6C-832FCE1CE66B}"/>
                </a:ext>
              </a:extLst>
            </p:cNvPr>
            <p:cNvSpPr txBox="1"/>
            <p:nvPr/>
          </p:nvSpPr>
          <p:spPr>
            <a:xfrm>
              <a:off x="1424940" y="5444239"/>
              <a:ext cx="1511952" cy="369332"/>
            </a:xfrm>
            <a:prstGeom prst="rect">
              <a:avLst/>
            </a:prstGeom>
            <a:noFill/>
            <a:ln w="19050">
              <a:solidFill>
                <a:schemeClr val="accent1">
                  <a:shade val="15000"/>
                </a:schemeClr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ja-JP" altLang="en-US"/>
                <a:t>演奏中</a:t>
              </a:r>
              <a:r>
                <a:rPr lang="en-US" altLang="ja-JP" dirty="0"/>
                <a:t>(loop)</a:t>
              </a:r>
              <a:endParaRPr kumimoji="1" lang="ja-JP" altLang="en-US"/>
            </a:p>
          </p:txBody>
        </p:sp>
      </p:grp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8DEAB35C-CA8C-19FE-DE3A-9C0EEE32EBF6}"/>
              </a:ext>
            </a:extLst>
          </p:cNvPr>
          <p:cNvSpPr/>
          <p:nvPr/>
        </p:nvSpPr>
        <p:spPr>
          <a:xfrm>
            <a:off x="133343" y="250190"/>
            <a:ext cx="1972065" cy="657860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観覧車デバイス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5B0372E-5058-4391-3085-7AAC4A0829AB}"/>
              </a:ext>
            </a:extLst>
          </p:cNvPr>
          <p:cNvGrpSpPr/>
          <p:nvPr/>
        </p:nvGrpSpPr>
        <p:grpSpPr>
          <a:xfrm>
            <a:off x="1092245" y="2064176"/>
            <a:ext cx="9361069" cy="2729647"/>
            <a:chOff x="1063096" y="3176144"/>
            <a:chExt cx="9361069" cy="2050824"/>
          </a:xfrm>
        </p:grpSpPr>
        <p:grpSp>
          <p:nvGrpSpPr>
            <p:cNvPr id="54" name="グループ化 53">
              <a:extLst>
                <a:ext uri="{FF2B5EF4-FFF2-40B4-BE49-F238E27FC236}">
                  <a16:creationId xmlns:a16="http://schemas.microsoft.com/office/drawing/2014/main" id="{36B87207-2AEE-12B7-75D3-FB408FB3E46C}"/>
                </a:ext>
              </a:extLst>
            </p:cNvPr>
            <p:cNvGrpSpPr/>
            <p:nvPr/>
          </p:nvGrpSpPr>
          <p:grpSpPr>
            <a:xfrm>
              <a:off x="1063096" y="3176144"/>
              <a:ext cx="3011579" cy="369332"/>
              <a:chOff x="1065114" y="3713202"/>
              <a:chExt cx="3011579" cy="369332"/>
            </a:xfrm>
          </p:grpSpPr>
          <p:cxnSp>
            <p:nvCxnSpPr>
              <p:cNvPr id="30" name="直線矢印コネクタ 29">
                <a:extLst>
                  <a:ext uri="{FF2B5EF4-FFF2-40B4-BE49-F238E27FC236}">
                    <a16:creationId xmlns:a16="http://schemas.microsoft.com/office/drawing/2014/main" id="{5B284506-0558-7C59-A90C-39449DD7DD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65114" y="4069834"/>
                <a:ext cx="3011579" cy="127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A82276E7-07E9-FAD0-551E-8233AE738DE7}"/>
                  </a:ext>
                </a:extLst>
              </p:cNvPr>
              <p:cNvSpPr txBox="1"/>
              <p:nvPr/>
            </p:nvSpPr>
            <p:spPr>
              <a:xfrm>
                <a:off x="1818013" y="3713202"/>
                <a:ext cx="1800493" cy="277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/>
                  <a:t>レーザー</a:t>
                </a:r>
                <a:r>
                  <a:rPr kumimoji="1" lang="ja-JP" altLang="en-US"/>
                  <a:t>を検知</a:t>
                </a:r>
              </a:p>
            </p:txBody>
          </p:sp>
        </p:grp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ED010CEB-362B-2942-10C6-DADE90270850}"/>
                </a:ext>
              </a:extLst>
            </p:cNvPr>
            <p:cNvSpPr/>
            <p:nvPr/>
          </p:nvSpPr>
          <p:spPr>
            <a:xfrm>
              <a:off x="7160461" y="4184834"/>
              <a:ext cx="166643" cy="1042134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91" name="グループ化 90">
              <a:extLst>
                <a:ext uri="{FF2B5EF4-FFF2-40B4-BE49-F238E27FC236}">
                  <a16:creationId xmlns:a16="http://schemas.microsoft.com/office/drawing/2014/main" id="{9880D4AD-3910-E380-2780-9D61B173DB2C}"/>
                </a:ext>
              </a:extLst>
            </p:cNvPr>
            <p:cNvGrpSpPr/>
            <p:nvPr/>
          </p:nvGrpSpPr>
          <p:grpSpPr>
            <a:xfrm>
              <a:off x="7311389" y="4855850"/>
              <a:ext cx="3112776" cy="369332"/>
              <a:chOff x="7311389" y="4172471"/>
              <a:chExt cx="3112776" cy="369332"/>
            </a:xfrm>
          </p:grpSpPr>
          <p:cxnSp>
            <p:nvCxnSpPr>
              <p:cNvPr id="34" name="直線矢印コネクタ 33">
                <a:extLst>
                  <a:ext uri="{FF2B5EF4-FFF2-40B4-BE49-F238E27FC236}">
                    <a16:creationId xmlns:a16="http://schemas.microsoft.com/office/drawing/2014/main" id="{EC25EFF0-2F23-DDBF-8760-C1A56C42B9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1389" y="4527034"/>
                <a:ext cx="3112776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B64003F1-9C83-C4DF-ECB3-2CDAFDAFF2B8}"/>
                  </a:ext>
                </a:extLst>
              </p:cNvPr>
              <p:cNvSpPr txBox="1"/>
              <p:nvPr/>
            </p:nvSpPr>
            <p:spPr>
              <a:xfrm>
                <a:off x="8020386" y="4172471"/>
                <a:ext cx="1628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/>
                  <a:t>新しい</a:t>
                </a:r>
                <a:r>
                  <a:rPr kumimoji="1" lang="en-US" altLang="ja-JP" dirty="0"/>
                  <a:t>BPM</a:t>
                </a:r>
                <a:r>
                  <a:rPr kumimoji="1" lang="ja-JP" altLang="en-US"/>
                  <a:t>値</a:t>
                </a:r>
              </a:p>
            </p:txBody>
          </p:sp>
        </p:grp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7264216E-DEF7-842B-2D29-51B4D8CA0541}"/>
                </a:ext>
              </a:extLst>
            </p:cNvPr>
            <p:cNvSpPr/>
            <p:nvPr/>
          </p:nvSpPr>
          <p:spPr>
            <a:xfrm>
              <a:off x="4021553" y="3546172"/>
              <a:ext cx="167638" cy="646328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1" name="グループ化 50">
              <a:extLst>
                <a:ext uri="{FF2B5EF4-FFF2-40B4-BE49-F238E27FC236}">
                  <a16:creationId xmlns:a16="http://schemas.microsoft.com/office/drawing/2014/main" id="{6AF01C1E-D771-D92D-5BCA-7BDB66428A49}"/>
                </a:ext>
              </a:extLst>
            </p:cNvPr>
            <p:cNvGrpSpPr/>
            <p:nvPr/>
          </p:nvGrpSpPr>
          <p:grpSpPr>
            <a:xfrm>
              <a:off x="4173854" y="3869336"/>
              <a:ext cx="3028964" cy="369332"/>
              <a:chOff x="4160505" y="2174410"/>
              <a:chExt cx="3028964" cy="369332"/>
            </a:xfrm>
          </p:grpSpPr>
          <p:cxnSp>
            <p:nvCxnSpPr>
              <p:cNvPr id="52" name="直線矢印コネクタ 51">
                <a:extLst>
                  <a:ext uri="{FF2B5EF4-FFF2-40B4-BE49-F238E27FC236}">
                    <a16:creationId xmlns:a16="http://schemas.microsoft.com/office/drawing/2014/main" id="{2C267E45-887B-AD1F-0A7F-FD239C080A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60505" y="2497574"/>
                <a:ext cx="302896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25887F31-0CE8-E85A-18DC-D6D8A7E05FD7}"/>
                  </a:ext>
                </a:extLst>
              </p:cNvPr>
              <p:cNvSpPr txBox="1"/>
              <p:nvPr/>
            </p:nvSpPr>
            <p:spPr>
              <a:xfrm>
                <a:off x="4735215" y="2174410"/>
                <a:ext cx="225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/>
                  <a:t>デジタル信号</a:t>
                </a:r>
              </a:p>
            </p:txBody>
          </p:sp>
        </p:grpSp>
        <p:cxnSp>
          <p:nvCxnSpPr>
            <p:cNvPr id="56" name="曲線コネクタ 55">
              <a:extLst>
                <a:ext uri="{FF2B5EF4-FFF2-40B4-BE49-F238E27FC236}">
                  <a16:creationId xmlns:a16="http://schemas.microsoft.com/office/drawing/2014/main" id="{63D20901-EA4A-5F00-F2D2-F55F5BDD1742}"/>
                </a:ext>
              </a:extLst>
            </p:cNvPr>
            <p:cNvCxnSpPr>
              <a:cxnSpLocks/>
            </p:cNvCxnSpPr>
            <p:nvPr/>
          </p:nvCxnSpPr>
          <p:spPr>
            <a:xfrm rot="32700000" flipV="1">
              <a:off x="7348620" y="4442847"/>
              <a:ext cx="473451" cy="274546"/>
            </a:xfrm>
            <a:prstGeom prst="curvedConnector3">
              <a:avLst>
                <a:gd name="adj1" fmla="val -124935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テキスト ボックス 91">
              <a:extLst>
                <a:ext uri="{FF2B5EF4-FFF2-40B4-BE49-F238E27FC236}">
                  <a16:creationId xmlns:a16="http://schemas.microsoft.com/office/drawing/2014/main" id="{E1407FC0-3732-C1A0-F693-FB875771B247}"/>
                </a:ext>
              </a:extLst>
            </p:cNvPr>
            <p:cNvSpPr txBox="1"/>
            <p:nvPr/>
          </p:nvSpPr>
          <p:spPr>
            <a:xfrm>
              <a:off x="7356112" y="4015370"/>
              <a:ext cx="25523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/>
                <a:t>通過間隔から</a:t>
              </a:r>
              <a:r>
                <a:rPr lang="en-US" altLang="ja-JP" dirty="0"/>
                <a:t>BPM</a:t>
              </a:r>
              <a:r>
                <a:rPr lang="ja-JP" altLang="en-US"/>
                <a:t>検出</a:t>
              </a:r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3500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4">
            <a:extLst>
              <a:ext uri="{FF2B5EF4-FFF2-40B4-BE49-F238E27FC236}">
                <a16:creationId xmlns:a16="http://schemas.microsoft.com/office/drawing/2014/main" id="{0677B8DC-A756-3158-F20F-C7FCC8F2E53A}"/>
              </a:ext>
            </a:extLst>
          </p:cNvPr>
          <p:cNvSpPr/>
          <p:nvPr/>
        </p:nvSpPr>
        <p:spPr>
          <a:xfrm>
            <a:off x="7985760" y="3032760"/>
            <a:ext cx="1219200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加速度</a:t>
            </a:r>
            <a:endParaRPr kumimoji="1" lang="en-US" altLang="ja-JP" dirty="0"/>
          </a:p>
          <a:p>
            <a:pPr algn="ctr"/>
            <a:r>
              <a:rPr kumimoji="1" lang="ja-JP" altLang="en-US"/>
              <a:t>センサ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7B5F091-D6F7-65FC-DB24-8C91A870DC94}"/>
              </a:ext>
            </a:extLst>
          </p:cNvPr>
          <p:cNvSpPr/>
          <p:nvPr/>
        </p:nvSpPr>
        <p:spPr>
          <a:xfrm>
            <a:off x="2606040" y="2941320"/>
            <a:ext cx="6934200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D42FCE86-4001-9970-813E-C8FA16C8708C}"/>
              </a:ext>
            </a:extLst>
          </p:cNvPr>
          <p:cNvSpPr/>
          <p:nvPr/>
        </p:nvSpPr>
        <p:spPr>
          <a:xfrm>
            <a:off x="5791200" y="3079396"/>
            <a:ext cx="1219200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Arduino</a:t>
            </a:r>
            <a:endParaRPr kumimoji="1" lang="en-US" altLang="ja-JP" dirty="0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7E26B8F1-0265-C74A-BD9E-011369A030BB}"/>
              </a:ext>
            </a:extLst>
          </p:cNvPr>
          <p:cNvSpPr/>
          <p:nvPr/>
        </p:nvSpPr>
        <p:spPr>
          <a:xfrm>
            <a:off x="944880" y="2941320"/>
            <a:ext cx="166116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外部電源</a:t>
            </a:r>
            <a:endParaRPr kumimoji="1" lang="en-US" altLang="ja-JP" dirty="0"/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54602CCB-495F-AC29-0135-C0974DA8D2C2}"/>
              </a:ext>
            </a:extLst>
          </p:cNvPr>
          <p:cNvSpPr/>
          <p:nvPr/>
        </p:nvSpPr>
        <p:spPr>
          <a:xfrm>
            <a:off x="2987040" y="3058326"/>
            <a:ext cx="2026920" cy="7315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/>
              <a:t>可変抵抗器</a:t>
            </a:r>
            <a:endParaRPr kumimoji="1" lang="en-US" altLang="ja-JP" dirty="0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9D2C01B4-7BC4-48AF-7EF3-D45355CC60BA}"/>
              </a:ext>
            </a:extLst>
          </p:cNvPr>
          <p:cNvSpPr/>
          <p:nvPr/>
        </p:nvSpPr>
        <p:spPr>
          <a:xfrm>
            <a:off x="3200400" y="2514600"/>
            <a:ext cx="1600200" cy="564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B881972-17D0-02FD-1365-F6CC7BA6F0EF}"/>
              </a:ext>
            </a:extLst>
          </p:cNvPr>
          <p:cNvSpPr/>
          <p:nvPr/>
        </p:nvSpPr>
        <p:spPr>
          <a:xfrm>
            <a:off x="914400" y="2743200"/>
            <a:ext cx="9067800" cy="111252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F103B2FE-A2BE-F874-6AD7-911D11321CD3}"/>
              </a:ext>
            </a:extLst>
          </p:cNvPr>
          <p:cNvGrpSpPr/>
          <p:nvPr/>
        </p:nvGrpSpPr>
        <p:grpSpPr>
          <a:xfrm>
            <a:off x="9528240" y="3206040"/>
            <a:ext cx="1172160" cy="2185200"/>
            <a:chOff x="9528240" y="3206040"/>
            <a:chExt cx="1172160" cy="218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77B65A7F-610B-9900-EB51-A9FF077943EE}"/>
                    </a:ext>
                  </a:extLst>
                </p14:cNvPr>
                <p14:cNvContentPartPr/>
                <p14:nvPr/>
              </p14:nvContentPartPr>
              <p14:xfrm>
                <a:off x="9563160" y="3453000"/>
                <a:ext cx="1137240" cy="1938240"/>
              </p14:xfrm>
            </p:contentPart>
          </mc:Choice>
          <mc:Fallback xmlns=""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77B65A7F-610B-9900-EB51-A9FF077943E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557040" y="3446880"/>
                  <a:ext cx="1149480" cy="19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インク 12">
                  <a:extLst>
                    <a:ext uri="{FF2B5EF4-FFF2-40B4-BE49-F238E27FC236}">
                      <a16:creationId xmlns:a16="http://schemas.microsoft.com/office/drawing/2014/main" id="{7073B8AF-4567-390B-36A3-699288530EC3}"/>
                    </a:ext>
                  </a:extLst>
                </p14:cNvPr>
                <p14:cNvContentPartPr/>
                <p14:nvPr/>
              </p14:nvContentPartPr>
              <p14:xfrm>
                <a:off x="9573240" y="3515280"/>
                <a:ext cx="114840" cy="312480"/>
              </p14:xfrm>
            </p:contentPart>
          </mc:Choice>
          <mc:Fallback xmlns="">
            <p:pic>
              <p:nvPicPr>
                <p:cNvPr id="13" name="インク 12">
                  <a:extLst>
                    <a:ext uri="{FF2B5EF4-FFF2-40B4-BE49-F238E27FC236}">
                      <a16:creationId xmlns:a16="http://schemas.microsoft.com/office/drawing/2014/main" id="{7073B8AF-4567-390B-36A3-699288530EC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567120" y="3509160"/>
                  <a:ext cx="1270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4AB7288B-B587-60F4-EB79-400D29E4DCA4}"/>
                    </a:ext>
                  </a:extLst>
                </p14:cNvPr>
                <p14:cNvContentPartPr/>
                <p14:nvPr/>
              </p14:nvContentPartPr>
              <p14:xfrm>
                <a:off x="9528240" y="3206040"/>
                <a:ext cx="228600" cy="29556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4AB7288B-B587-60F4-EB79-400D29E4DCA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22120" y="3199920"/>
                  <a:ext cx="240840" cy="307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40C503D-828D-06B9-45A3-2C1707656BAA}"/>
              </a:ext>
            </a:extLst>
          </p:cNvPr>
          <p:cNvSpPr txBox="1"/>
          <p:nvPr/>
        </p:nvSpPr>
        <p:spPr>
          <a:xfrm>
            <a:off x="9630660" y="545353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ブレッドボード</a:t>
            </a:r>
            <a:endParaRPr kumimoji="1" lang="en-US" altLang="ja-JP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インク 19">
                <a:extLst>
                  <a:ext uri="{FF2B5EF4-FFF2-40B4-BE49-F238E27FC236}">
                    <a16:creationId xmlns:a16="http://schemas.microsoft.com/office/drawing/2014/main" id="{5EC50F92-6D0B-2C7E-4E0E-348ED4672FAE}"/>
                  </a:ext>
                </a:extLst>
              </p14:cNvPr>
              <p14:cNvContentPartPr/>
              <p14:nvPr/>
            </p14:nvContentPartPr>
            <p14:xfrm>
              <a:off x="7031280" y="3421320"/>
              <a:ext cx="991080" cy="9360"/>
            </p14:xfrm>
          </p:contentPart>
        </mc:Choice>
        <mc:Fallback xmlns="">
          <p:pic>
            <p:nvPicPr>
              <p:cNvPr id="20" name="インク 19">
                <a:extLst>
                  <a:ext uri="{FF2B5EF4-FFF2-40B4-BE49-F238E27FC236}">
                    <a16:creationId xmlns:a16="http://schemas.microsoft.com/office/drawing/2014/main" id="{5EC50F92-6D0B-2C7E-4E0E-348ED4672FA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25160" y="3415200"/>
                <a:ext cx="10033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インク 20">
                <a:extLst>
                  <a:ext uri="{FF2B5EF4-FFF2-40B4-BE49-F238E27FC236}">
                    <a16:creationId xmlns:a16="http://schemas.microsoft.com/office/drawing/2014/main" id="{81C7998F-E015-2149-DFE5-91269C73A4F8}"/>
                  </a:ext>
                </a:extLst>
              </p14:cNvPr>
              <p14:cNvContentPartPr/>
              <p14:nvPr/>
            </p14:nvContentPartPr>
            <p14:xfrm>
              <a:off x="5052360" y="3437520"/>
              <a:ext cx="754200" cy="16560"/>
            </p14:xfrm>
          </p:contentPart>
        </mc:Choice>
        <mc:Fallback xmlns="">
          <p:pic>
            <p:nvPicPr>
              <p:cNvPr id="21" name="インク 20">
                <a:extLst>
                  <a:ext uri="{FF2B5EF4-FFF2-40B4-BE49-F238E27FC236}">
                    <a16:creationId xmlns:a16="http://schemas.microsoft.com/office/drawing/2014/main" id="{81C7998F-E015-2149-DFE5-91269C73A4F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46240" y="3431400"/>
                <a:ext cx="7664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インク 23">
                <a:extLst>
                  <a:ext uri="{FF2B5EF4-FFF2-40B4-BE49-F238E27FC236}">
                    <a16:creationId xmlns:a16="http://schemas.microsoft.com/office/drawing/2014/main" id="{2A447BDB-03D7-FCEF-88B4-45BF15786BE2}"/>
                  </a:ext>
                </a:extLst>
              </p14:cNvPr>
              <p14:cNvContentPartPr/>
              <p14:nvPr/>
            </p14:nvContentPartPr>
            <p14:xfrm>
              <a:off x="2621280" y="3623280"/>
              <a:ext cx="3195360" cy="171360"/>
            </p14:xfrm>
          </p:contentPart>
        </mc:Choice>
        <mc:Fallback xmlns="">
          <p:pic>
            <p:nvPicPr>
              <p:cNvPr id="24" name="インク 23">
                <a:extLst>
                  <a:ext uri="{FF2B5EF4-FFF2-40B4-BE49-F238E27FC236}">
                    <a16:creationId xmlns:a16="http://schemas.microsoft.com/office/drawing/2014/main" id="{2A447BDB-03D7-FCEF-88B4-45BF15786BE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15160" y="3617160"/>
                <a:ext cx="3207600" cy="1836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73154F4-8484-3595-C4F2-363774E6B525}"/>
              </a:ext>
            </a:extLst>
          </p:cNvPr>
          <p:cNvSpPr txBox="1"/>
          <p:nvPr/>
        </p:nvSpPr>
        <p:spPr>
          <a:xfrm>
            <a:off x="4015770" y="201014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スライド操作</a:t>
            </a:r>
            <a:endParaRPr kumimoji="1" lang="en-US" altLang="ja-JP" dirty="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EB48A605-33A8-D143-4F4C-B6A151083BF4}"/>
              </a:ext>
            </a:extLst>
          </p:cNvPr>
          <p:cNvSpPr/>
          <p:nvPr/>
        </p:nvSpPr>
        <p:spPr>
          <a:xfrm>
            <a:off x="3429000" y="2218706"/>
            <a:ext cx="91440" cy="291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グラフィックス 34">
            <a:extLst>
              <a:ext uri="{FF2B5EF4-FFF2-40B4-BE49-F238E27FC236}">
                <a16:creationId xmlns:a16="http://schemas.microsoft.com/office/drawing/2014/main" id="{CF141908-4405-4945-9306-8C4D50CF6F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6200" y="495843"/>
            <a:ext cx="8214777" cy="507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666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フローチャート: 手作業 58">
            <a:extLst>
              <a:ext uri="{FF2B5EF4-FFF2-40B4-BE49-F238E27FC236}">
                <a16:creationId xmlns:a16="http://schemas.microsoft.com/office/drawing/2014/main" id="{172A4BF4-7515-6988-AEA5-141A07D47F25}"/>
              </a:ext>
            </a:extLst>
          </p:cNvPr>
          <p:cNvSpPr/>
          <p:nvPr/>
        </p:nvSpPr>
        <p:spPr>
          <a:xfrm rot="10800000">
            <a:off x="2926453" y="4862407"/>
            <a:ext cx="643750" cy="1748848"/>
          </a:xfrm>
          <a:prstGeom prst="flowChartManualOper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>
            <a:extLst>
              <a:ext uri="{FF2B5EF4-FFF2-40B4-BE49-F238E27FC236}">
                <a16:creationId xmlns:a16="http://schemas.microsoft.com/office/drawing/2014/main" id="{6F46B543-2689-C33C-28AA-D4098BB5893C}"/>
              </a:ext>
            </a:extLst>
          </p:cNvPr>
          <p:cNvSpPr/>
          <p:nvPr/>
        </p:nvSpPr>
        <p:spPr>
          <a:xfrm>
            <a:off x="1950732" y="1718114"/>
            <a:ext cx="2446252" cy="244624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B9EE8BFA-6B19-4A28-90B0-B86C7F6F0FFF}"/>
              </a:ext>
            </a:extLst>
          </p:cNvPr>
          <p:cNvGrpSpPr/>
          <p:nvPr/>
        </p:nvGrpSpPr>
        <p:grpSpPr>
          <a:xfrm>
            <a:off x="1762041" y="1593394"/>
            <a:ext cx="2759664" cy="2706882"/>
            <a:chOff x="1762041" y="1593394"/>
            <a:chExt cx="2759664" cy="2706882"/>
          </a:xfrm>
        </p:grpSpPr>
        <p:sp>
          <p:nvSpPr>
            <p:cNvPr id="52" name="正方形/長方形 51">
              <a:extLst>
                <a:ext uri="{FF2B5EF4-FFF2-40B4-BE49-F238E27FC236}">
                  <a16:creationId xmlns:a16="http://schemas.microsoft.com/office/drawing/2014/main" id="{5A20E6BC-D218-32B2-C374-FD8298102DE9}"/>
                </a:ext>
              </a:extLst>
            </p:cNvPr>
            <p:cNvSpPr/>
            <p:nvPr/>
          </p:nvSpPr>
          <p:spPr>
            <a:xfrm rot="10800000">
              <a:off x="1762041" y="2827593"/>
              <a:ext cx="370092" cy="24944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8335F248-6BCC-0582-FD0F-A11EBA3599C7}"/>
                </a:ext>
              </a:extLst>
            </p:cNvPr>
            <p:cNvSpPr/>
            <p:nvPr/>
          </p:nvSpPr>
          <p:spPr>
            <a:xfrm rot="10800000">
              <a:off x="2988812" y="1593394"/>
              <a:ext cx="370092" cy="24944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7" name="正方形/長方形 56">
              <a:extLst>
                <a:ext uri="{FF2B5EF4-FFF2-40B4-BE49-F238E27FC236}">
                  <a16:creationId xmlns:a16="http://schemas.microsoft.com/office/drawing/2014/main" id="{0D719077-8CA8-C8D2-DFB0-119EEB216464}"/>
                </a:ext>
              </a:extLst>
            </p:cNvPr>
            <p:cNvSpPr/>
            <p:nvPr/>
          </p:nvSpPr>
          <p:spPr>
            <a:xfrm rot="10800000">
              <a:off x="2988812" y="4050836"/>
              <a:ext cx="370092" cy="24944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正方形/長方形 57">
              <a:extLst>
                <a:ext uri="{FF2B5EF4-FFF2-40B4-BE49-F238E27FC236}">
                  <a16:creationId xmlns:a16="http://schemas.microsoft.com/office/drawing/2014/main" id="{7C94F871-6AE0-6A52-4E1B-F9BFF73B66B9}"/>
                </a:ext>
              </a:extLst>
            </p:cNvPr>
            <p:cNvSpPr/>
            <p:nvPr/>
          </p:nvSpPr>
          <p:spPr>
            <a:xfrm rot="10800000">
              <a:off x="4151613" y="2827592"/>
              <a:ext cx="370092" cy="24944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39892A1E-46FE-3B3B-74AA-31DB3CAB26A3}"/>
                </a:ext>
              </a:extLst>
            </p:cNvPr>
            <p:cNvGrpSpPr/>
            <p:nvPr/>
          </p:nvGrpSpPr>
          <p:grpSpPr>
            <a:xfrm>
              <a:off x="1950732" y="1718114"/>
              <a:ext cx="2446252" cy="2446249"/>
              <a:chOff x="1950732" y="1718114"/>
              <a:chExt cx="2446252" cy="2446249"/>
            </a:xfrm>
          </p:grpSpPr>
          <p:cxnSp>
            <p:nvCxnSpPr>
              <p:cNvPr id="61" name="直線コネクタ 60">
                <a:extLst>
                  <a:ext uri="{FF2B5EF4-FFF2-40B4-BE49-F238E27FC236}">
                    <a16:creationId xmlns:a16="http://schemas.microsoft.com/office/drawing/2014/main" id="{558A7996-FD4B-D018-00B3-3FD611796E69}"/>
                  </a:ext>
                </a:extLst>
              </p:cNvPr>
              <p:cNvCxnSpPr>
                <a:cxnSpLocks/>
                <a:stCxn id="60" idx="2"/>
                <a:endCxn id="60" idx="6"/>
              </p:cNvCxnSpPr>
              <p:nvPr/>
            </p:nvCxnSpPr>
            <p:spPr>
              <a:xfrm>
                <a:off x="1950732" y="2941239"/>
                <a:ext cx="244625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コネクタ 61">
                <a:extLst>
                  <a:ext uri="{FF2B5EF4-FFF2-40B4-BE49-F238E27FC236}">
                    <a16:creationId xmlns:a16="http://schemas.microsoft.com/office/drawing/2014/main" id="{8CB6EA69-7D6A-5651-7CD6-3B18208E8F19}"/>
                  </a:ext>
                </a:extLst>
              </p:cNvPr>
              <p:cNvCxnSpPr>
                <a:cxnSpLocks/>
                <a:stCxn id="60" idx="4"/>
                <a:endCxn id="60" idx="0"/>
              </p:cNvCxnSpPr>
              <p:nvPr/>
            </p:nvCxnSpPr>
            <p:spPr>
              <a:xfrm flipV="1">
                <a:off x="3173858" y="1718114"/>
                <a:ext cx="0" cy="244624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D4E04300-5F46-EB6C-CC94-52F11EF1255D}"/>
              </a:ext>
            </a:extLst>
          </p:cNvPr>
          <p:cNvSpPr/>
          <p:nvPr/>
        </p:nvSpPr>
        <p:spPr>
          <a:xfrm>
            <a:off x="1880323" y="5398679"/>
            <a:ext cx="2736011" cy="11373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角丸四角形 50">
            <a:extLst>
              <a:ext uri="{FF2B5EF4-FFF2-40B4-BE49-F238E27FC236}">
                <a16:creationId xmlns:a16="http://schemas.microsoft.com/office/drawing/2014/main" id="{3800B6D0-AD7D-93B9-35BB-11EBFBEFECC3}"/>
              </a:ext>
            </a:extLst>
          </p:cNvPr>
          <p:cNvSpPr/>
          <p:nvPr/>
        </p:nvSpPr>
        <p:spPr>
          <a:xfrm>
            <a:off x="2815897" y="5684515"/>
            <a:ext cx="715920" cy="71592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マト</a:t>
            </a:r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EB1C4005-9D20-2B7D-0C49-2D299ED22171}"/>
              </a:ext>
            </a:extLst>
          </p:cNvPr>
          <p:cNvGrpSpPr/>
          <p:nvPr/>
        </p:nvGrpSpPr>
        <p:grpSpPr>
          <a:xfrm>
            <a:off x="6701195" y="580963"/>
            <a:ext cx="2756018" cy="4493257"/>
            <a:chOff x="6006251" y="808423"/>
            <a:chExt cx="2756018" cy="4493257"/>
          </a:xfrm>
        </p:grpSpPr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7F9FCF00-4506-D570-8E54-44C25DE4F55F}"/>
                </a:ext>
              </a:extLst>
            </p:cNvPr>
            <p:cNvGrpSpPr/>
            <p:nvPr/>
          </p:nvGrpSpPr>
          <p:grpSpPr>
            <a:xfrm>
              <a:off x="6006251" y="867622"/>
              <a:ext cx="2756018" cy="4434058"/>
              <a:chOff x="5888474" y="867622"/>
              <a:chExt cx="2756018" cy="4434058"/>
            </a:xfrm>
          </p:grpSpPr>
          <p:grpSp>
            <p:nvGrpSpPr>
              <p:cNvPr id="47" name="グループ化 46">
                <a:extLst>
                  <a:ext uri="{FF2B5EF4-FFF2-40B4-BE49-F238E27FC236}">
                    <a16:creationId xmlns:a16="http://schemas.microsoft.com/office/drawing/2014/main" id="{6F967EBB-E3A5-19B1-6459-375558BDA457}"/>
                  </a:ext>
                </a:extLst>
              </p:cNvPr>
              <p:cNvGrpSpPr/>
              <p:nvPr/>
            </p:nvGrpSpPr>
            <p:grpSpPr>
              <a:xfrm>
                <a:off x="5888474" y="867622"/>
                <a:ext cx="2756018" cy="4434058"/>
                <a:chOff x="4024191" y="1027860"/>
                <a:chExt cx="2756018" cy="4434058"/>
              </a:xfrm>
            </p:grpSpPr>
            <p:sp>
              <p:nvSpPr>
                <p:cNvPr id="30" name="正方形/長方形 29">
                  <a:extLst>
                    <a:ext uri="{FF2B5EF4-FFF2-40B4-BE49-F238E27FC236}">
                      <a16:creationId xmlns:a16="http://schemas.microsoft.com/office/drawing/2014/main" id="{AFD7923B-8F59-AF89-370F-CE983CA6DAC3}"/>
                    </a:ext>
                  </a:extLst>
                </p:cNvPr>
                <p:cNvSpPr/>
                <p:nvPr/>
              </p:nvSpPr>
              <p:spPr>
                <a:xfrm rot="10800000">
                  <a:off x="4024191" y="2250985"/>
                  <a:ext cx="370092" cy="249440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46" name="グループ化 45">
                  <a:extLst>
                    <a:ext uri="{FF2B5EF4-FFF2-40B4-BE49-F238E27FC236}">
                      <a16:creationId xmlns:a16="http://schemas.microsoft.com/office/drawing/2014/main" id="{10215585-CF75-CB91-76EE-EEB218A3499B}"/>
                    </a:ext>
                  </a:extLst>
                </p:cNvPr>
                <p:cNvGrpSpPr/>
                <p:nvPr/>
              </p:nvGrpSpPr>
              <p:grpSpPr>
                <a:xfrm>
                  <a:off x="4209236" y="1027860"/>
                  <a:ext cx="2570973" cy="4434058"/>
                  <a:chOff x="4209236" y="1027860"/>
                  <a:chExt cx="2570973" cy="4434058"/>
                </a:xfrm>
              </p:grpSpPr>
              <p:sp>
                <p:nvSpPr>
                  <p:cNvPr id="32" name="正方形/長方形 31">
                    <a:extLst>
                      <a:ext uri="{FF2B5EF4-FFF2-40B4-BE49-F238E27FC236}">
                        <a16:creationId xmlns:a16="http://schemas.microsoft.com/office/drawing/2014/main" id="{E53C1B51-7124-59AC-99BC-296A7E7D1D7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47316" y="1027860"/>
                    <a:ext cx="370092" cy="249440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grpSp>
                <p:nvGrpSpPr>
                  <p:cNvPr id="35" name="グループ化 34">
                    <a:extLst>
                      <a:ext uri="{FF2B5EF4-FFF2-40B4-BE49-F238E27FC236}">
                        <a16:creationId xmlns:a16="http://schemas.microsoft.com/office/drawing/2014/main" id="{F870CCAA-78BF-46A9-9525-33B4685559A5}"/>
                      </a:ext>
                    </a:extLst>
                  </p:cNvPr>
                  <p:cNvGrpSpPr/>
                  <p:nvPr/>
                </p:nvGrpSpPr>
                <p:grpSpPr>
                  <a:xfrm>
                    <a:off x="4209236" y="1152580"/>
                    <a:ext cx="2570973" cy="4309338"/>
                    <a:chOff x="4209236" y="1152580"/>
                    <a:chExt cx="2570973" cy="4309338"/>
                  </a:xfrm>
                </p:grpSpPr>
                <p:grpSp>
                  <p:nvGrpSpPr>
                    <p:cNvPr id="22" name="グループ化 21">
                      <a:extLst>
                        <a:ext uri="{FF2B5EF4-FFF2-40B4-BE49-F238E27FC236}">
                          <a16:creationId xmlns:a16="http://schemas.microsoft.com/office/drawing/2014/main" id="{069BD03B-ECB5-7897-2BAA-5D9B2623FE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09236" y="1152580"/>
                      <a:ext cx="2570973" cy="4309338"/>
                      <a:chOff x="4358638" y="579120"/>
                      <a:chExt cx="3651878" cy="6121100"/>
                    </a:xfrm>
                  </p:grpSpPr>
                  <p:sp>
                    <p:nvSpPr>
                      <p:cNvPr id="20" name="正方形/長方形 19">
                        <a:extLst>
                          <a:ext uri="{FF2B5EF4-FFF2-40B4-BE49-F238E27FC236}">
                            <a16:creationId xmlns:a16="http://schemas.microsoft.com/office/drawing/2014/main" id="{30F70700-C930-3297-6B64-96B9EC8C6551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7484828" y="2155053"/>
                        <a:ext cx="525688" cy="354311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" name="フローチャート: 手作業 1">
                        <a:extLst>
                          <a:ext uri="{FF2B5EF4-FFF2-40B4-BE49-F238E27FC236}">
                            <a16:creationId xmlns:a16="http://schemas.microsoft.com/office/drawing/2014/main" id="{6D01E7EA-7437-C0AB-638A-C516AFBF9822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638801" y="2849889"/>
                        <a:ext cx="914400" cy="2484111"/>
                      </a:xfrm>
                      <a:prstGeom prst="flowChartManualOperation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" name="円/楕円 2">
                        <a:extLst>
                          <a:ext uri="{FF2B5EF4-FFF2-40B4-BE49-F238E27FC236}">
                            <a16:creationId xmlns:a16="http://schemas.microsoft.com/office/drawing/2014/main" id="{2723FD81-B61F-6CF1-59F9-3CF24AF5E70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8639" y="579120"/>
                        <a:ext cx="3474721" cy="347472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cxnSp>
                    <p:nvCxnSpPr>
                      <p:cNvPr id="5" name="直線コネクタ 4">
                        <a:extLst>
                          <a:ext uri="{FF2B5EF4-FFF2-40B4-BE49-F238E27FC236}">
                            <a16:creationId xmlns:a16="http://schemas.microsoft.com/office/drawing/2014/main" id="{612F4FAD-8DAD-7EC7-60EE-B568588B20F1}"/>
                          </a:ext>
                        </a:extLst>
                      </p:cNvPr>
                      <p:cNvCxnSpPr>
                        <a:cxnSpLocks/>
                        <a:stCxn id="3" idx="2"/>
                        <a:endCxn id="3" idx="6"/>
                      </p:cNvCxnSpPr>
                      <p:nvPr/>
                    </p:nvCxnSpPr>
                    <p:spPr>
                      <a:xfrm>
                        <a:off x="4358638" y="2316480"/>
                        <a:ext cx="3474722" cy="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" name="直線コネクタ 5">
                        <a:extLst>
                          <a:ext uri="{FF2B5EF4-FFF2-40B4-BE49-F238E27FC236}">
                            <a16:creationId xmlns:a16="http://schemas.microsoft.com/office/drawing/2014/main" id="{94F0A32F-5B8A-72B5-B844-B25D198C424D}"/>
                          </a:ext>
                        </a:extLst>
                      </p:cNvPr>
                      <p:cNvCxnSpPr>
                        <a:cxnSpLocks/>
                        <a:endCxn id="3" idx="0"/>
                      </p:cNvCxnSpPr>
                      <p:nvPr/>
                    </p:nvCxnSpPr>
                    <p:spPr>
                      <a:xfrm flipV="1">
                        <a:off x="6096000" y="579120"/>
                        <a:ext cx="0" cy="3802379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" name="正方形/長方形 14">
                        <a:extLst>
                          <a:ext uri="{FF2B5EF4-FFF2-40B4-BE49-F238E27FC236}">
                            <a16:creationId xmlns:a16="http://schemas.microsoft.com/office/drawing/2014/main" id="{D9B76AB7-41BC-3BF0-8374-EC44406C8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91883" y="5334001"/>
                        <a:ext cx="2236889" cy="1366219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sp>
                  <p:nvSpPr>
                    <p:cNvPr id="31" name="正方形/長方形 30">
                      <a:extLst>
                        <a:ext uri="{FF2B5EF4-FFF2-40B4-BE49-F238E27FC236}">
                          <a16:creationId xmlns:a16="http://schemas.microsoft.com/office/drawing/2014/main" id="{1D3E95C4-4878-7FB6-36BC-1AEE3AAC7A37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269798" y="3498149"/>
                      <a:ext cx="370092" cy="249440"/>
                    </a:xfrm>
                    <a:prstGeom prst="rect">
                      <a:avLst/>
                    </a:prstGeom>
                    <a:solidFill>
                      <a:srgbClr val="92D05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</p:grpSp>
          <p:sp>
            <p:nvSpPr>
              <p:cNvPr id="23" name="角丸四角形 22">
                <a:extLst>
                  <a:ext uri="{FF2B5EF4-FFF2-40B4-BE49-F238E27FC236}">
                    <a16:creationId xmlns:a16="http://schemas.microsoft.com/office/drawing/2014/main" id="{070AFB98-8B87-A853-83B1-3774632646F9}"/>
                  </a:ext>
                </a:extLst>
              </p:cNvPr>
              <p:cNvSpPr/>
              <p:nvPr/>
            </p:nvSpPr>
            <p:spPr>
              <a:xfrm>
                <a:off x="6974771" y="4462801"/>
                <a:ext cx="715920" cy="7159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7DD7C892-768E-ACE7-F282-70652529175F}"/>
                </a:ext>
              </a:extLst>
            </p:cNvPr>
            <p:cNvGrpSpPr/>
            <p:nvPr/>
          </p:nvGrpSpPr>
          <p:grpSpPr>
            <a:xfrm rot="2833922">
              <a:off x="6010137" y="834814"/>
              <a:ext cx="2759664" cy="2706882"/>
              <a:chOff x="1762041" y="1593394"/>
              <a:chExt cx="2759664" cy="2706882"/>
            </a:xfrm>
          </p:grpSpPr>
          <p:sp>
            <p:nvSpPr>
              <p:cNvPr id="24" name="正方形/長方形 23">
                <a:extLst>
                  <a:ext uri="{FF2B5EF4-FFF2-40B4-BE49-F238E27FC236}">
                    <a16:creationId xmlns:a16="http://schemas.microsoft.com/office/drawing/2014/main" id="{349FA475-91BE-BCAD-387D-F5CBD34A8CF4}"/>
                  </a:ext>
                </a:extLst>
              </p:cNvPr>
              <p:cNvSpPr/>
              <p:nvPr/>
            </p:nvSpPr>
            <p:spPr>
              <a:xfrm rot="10800000">
                <a:off x="1762041" y="2827593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B7010501-FF8E-BD9B-2B90-2A50F4D441CF}"/>
                  </a:ext>
                </a:extLst>
              </p:cNvPr>
              <p:cNvSpPr/>
              <p:nvPr/>
            </p:nvSpPr>
            <p:spPr>
              <a:xfrm rot="10800000">
                <a:off x="2988812" y="1593394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51514458-FE82-79EE-BE3D-FC0C75F09C0C}"/>
                  </a:ext>
                </a:extLst>
              </p:cNvPr>
              <p:cNvSpPr/>
              <p:nvPr/>
            </p:nvSpPr>
            <p:spPr>
              <a:xfrm rot="10800000">
                <a:off x="2988812" y="4050836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2E701D29-763B-51DB-8477-12A0F7BE6264}"/>
                  </a:ext>
                </a:extLst>
              </p:cNvPr>
              <p:cNvSpPr/>
              <p:nvPr/>
            </p:nvSpPr>
            <p:spPr>
              <a:xfrm rot="10800000">
                <a:off x="4151613" y="2827592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8" name="グループ化 27">
                <a:extLst>
                  <a:ext uri="{FF2B5EF4-FFF2-40B4-BE49-F238E27FC236}">
                    <a16:creationId xmlns:a16="http://schemas.microsoft.com/office/drawing/2014/main" id="{3F87074C-CC27-3F16-8499-6D1C4EFC2630}"/>
                  </a:ext>
                </a:extLst>
              </p:cNvPr>
              <p:cNvGrpSpPr/>
              <p:nvPr/>
            </p:nvGrpSpPr>
            <p:grpSpPr>
              <a:xfrm>
                <a:off x="1950732" y="1718114"/>
                <a:ext cx="2446252" cy="2446249"/>
                <a:chOff x="1950732" y="1718114"/>
                <a:chExt cx="2446252" cy="2446249"/>
              </a:xfrm>
            </p:grpSpPr>
            <p:cxnSp>
              <p:nvCxnSpPr>
                <p:cNvPr id="29" name="直線コネクタ 28">
                  <a:extLst>
                    <a:ext uri="{FF2B5EF4-FFF2-40B4-BE49-F238E27FC236}">
                      <a16:creationId xmlns:a16="http://schemas.microsoft.com/office/drawing/2014/main" id="{0BE89BAD-CCF8-5946-D2F1-1E577046F1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50732" y="2941239"/>
                  <a:ext cx="24462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コネクタ 32">
                  <a:extLst>
                    <a:ext uri="{FF2B5EF4-FFF2-40B4-BE49-F238E27FC236}">
                      <a16:creationId xmlns:a16="http://schemas.microsoft.com/office/drawing/2014/main" id="{5742C365-030E-3990-9D0B-B903E80E00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3858" y="1718114"/>
                  <a:ext cx="0" cy="244624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374595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5414DBFF-E371-C0FE-6EBC-777827CA7964}"/>
                  </a:ext>
                </a:extLst>
              </p14:cNvPr>
              <p14:cNvContentPartPr/>
              <p14:nvPr/>
            </p14:nvContentPartPr>
            <p14:xfrm>
              <a:off x="6774960" y="2408640"/>
              <a:ext cx="2160" cy="216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5414DBFF-E371-C0FE-6EBC-777827CA79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8840" y="2402520"/>
                <a:ext cx="1440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52D33FE5-307A-1A04-FB68-8B7D3EF4BABE}"/>
              </a:ext>
            </a:extLst>
          </p:cNvPr>
          <p:cNvGrpSpPr/>
          <p:nvPr/>
        </p:nvGrpSpPr>
        <p:grpSpPr>
          <a:xfrm>
            <a:off x="6709800" y="2520600"/>
            <a:ext cx="2160" cy="360"/>
            <a:chOff x="6709800" y="2520600"/>
            <a:chExt cx="21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E754B0CE-6762-5417-4501-D2288E25ADEA}"/>
                    </a:ext>
                  </a:extLst>
                </p14:cNvPr>
                <p14:cNvContentPartPr/>
                <p14:nvPr/>
              </p14:nvContentPartPr>
              <p14:xfrm>
                <a:off x="6709800" y="2520600"/>
                <a:ext cx="2160" cy="360"/>
              </p14:xfrm>
            </p:contentPart>
          </mc:Choice>
          <mc:Fallback xmlns=""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E754B0CE-6762-5417-4501-D2288E25ADE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03680" y="2514480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9466476C-B3AE-BDCC-2435-70F8962BCB28}"/>
                    </a:ext>
                  </a:extLst>
                </p14:cNvPr>
                <p14:cNvContentPartPr/>
                <p14:nvPr/>
              </p14:nvContentPartPr>
              <p14:xfrm>
                <a:off x="6709800" y="2520600"/>
                <a:ext cx="360" cy="36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9466476C-B3AE-BDCC-2435-70F8962BCB2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03680" y="25144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5E26F7DA-F3C0-1A5E-438A-BABB1C52641A}"/>
              </a:ext>
            </a:extLst>
          </p:cNvPr>
          <p:cNvGrpSpPr/>
          <p:nvPr/>
        </p:nvGrpSpPr>
        <p:grpSpPr>
          <a:xfrm>
            <a:off x="7712894" y="1952033"/>
            <a:ext cx="3611742" cy="2666104"/>
            <a:chOff x="4492421" y="1744884"/>
            <a:chExt cx="3611742" cy="2666104"/>
          </a:xfrm>
        </p:grpSpPr>
        <p:pic>
          <p:nvPicPr>
            <p:cNvPr id="2" name="図 1">
              <a:extLst>
                <a:ext uri="{FF2B5EF4-FFF2-40B4-BE49-F238E27FC236}">
                  <a16:creationId xmlns:a16="http://schemas.microsoft.com/office/drawing/2014/main" id="{0B2B130A-8816-2050-BD90-BB8C05030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96000" y="2823488"/>
              <a:ext cx="1587500" cy="1587500"/>
            </a:xfrm>
            <a:prstGeom prst="rect">
              <a:avLst/>
            </a:prstGeom>
          </p:spPr>
        </p:pic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0D8E4255-96BB-2F14-099A-9EB764BDCA5D}"/>
                </a:ext>
              </a:extLst>
            </p:cNvPr>
            <p:cNvSpPr txBox="1"/>
            <p:nvPr/>
          </p:nvSpPr>
          <p:spPr>
            <a:xfrm>
              <a:off x="6202680" y="2255520"/>
              <a:ext cx="19014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楽器</a:t>
              </a:r>
              <a:r>
                <a:rPr kumimoji="1" lang="en-US" altLang="ja-JP" sz="2400" dirty="0"/>
                <a:t>Arduino</a:t>
              </a:r>
              <a:endParaRPr kumimoji="1" lang="ja-JP" altLang="en-US" sz="240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F1D8D85E-2147-24B3-D01F-4463E376912A}"/>
                </a:ext>
              </a:extLst>
            </p:cNvPr>
            <p:cNvSpPr/>
            <p:nvPr/>
          </p:nvSpPr>
          <p:spPr>
            <a:xfrm>
              <a:off x="4770120" y="2291358"/>
              <a:ext cx="472440" cy="13258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インク 5">
                  <a:extLst>
                    <a:ext uri="{FF2B5EF4-FFF2-40B4-BE49-F238E27FC236}">
                      <a16:creationId xmlns:a16="http://schemas.microsoft.com/office/drawing/2014/main" id="{A79F3533-5F5A-C9DC-F471-6975916A42F8}"/>
                    </a:ext>
                  </a:extLst>
                </p14:cNvPr>
                <p14:cNvContentPartPr/>
                <p14:nvPr/>
              </p14:nvContentPartPr>
              <p14:xfrm>
                <a:off x="5267640" y="3136200"/>
                <a:ext cx="1516320" cy="234360"/>
              </p14:xfrm>
            </p:contentPart>
          </mc:Choice>
          <mc:Fallback xmlns="">
            <p:pic>
              <p:nvPicPr>
                <p:cNvPr id="6" name="インク 5">
                  <a:extLst>
                    <a:ext uri="{FF2B5EF4-FFF2-40B4-BE49-F238E27FC236}">
                      <a16:creationId xmlns:a16="http://schemas.microsoft.com/office/drawing/2014/main" id="{A79F3533-5F5A-C9DC-F471-6975916A42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61520" y="3130080"/>
                  <a:ext cx="1528560" cy="2466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934FCF6-EAB9-5510-26BA-0451B3BDA535}"/>
                </a:ext>
              </a:extLst>
            </p:cNvPr>
            <p:cNvSpPr txBox="1"/>
            <p:nvPr/>
          </p:nvSpPr>
          <p:spPr>
            <a:xfrm>
              <a:off x="4492421" y="174488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光センサ</a:t>
              </a:r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AB62158-7AF4-8013-D7D9-35605B97E013}"/>
              </a:ext>
            </a:extLst>
          </p:cNvPr>
          <p:cNvSpPr txBox="1"/>
          <p:nvPr/>
        </p:nvSpPr>
        <p:spPr>
          <a:xfrm>
            <a:off x="4992760" y="2100585"/>
            <a:ext cx="2031325" cy="646331"/>
          </a:xfrm>
          <a:prstGeom prst="rect">
            <a:avLst/>
          </a:prstGeom>
          <a:noFill/>
          <a:ln w="381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受光検知</a:t>
            </a:r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3E48805-5B88-EAEB-26A1-EF6908457768}"/>
              </a:ext>
            </a:extLst>
          </p:cNvPr>
          <p:cNvSpPr txBox="1"/>
          <p:nvPr/>
        </p:nvSpPr>
        <p:spPr>
          <a:xfrm>
            <a:off x="7953767" y="4525978"/>
            <a:ext cx="3360462" cy="1384995"/>
          </a:xfrm>
          <a:prstGeom prst="rect">
            <a:avLst/>
          </a:prstGeom>
          <a:noFill/>
          <a:ln w="381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・初回：演奏開始</a:t>
            </a:r>
            <a:endParaRPr kumimoji="1" lang="en-US" altLang="ja-JP" sz="2800" dirty="0"/>
          </a:p>
          <a:p>
            <a:r>
              <a:rPr kumimoji="1" lang="ja-JP" altLang="en-US" sz="2800"/>
              <a:t>・同期修正</a:t>
            </a:r>
            <a:endParaRPr kumimoji="1" lang="en-US" altLang="ja-JP" sz="2800" dirty="0"/>
          </a:p>
          <a:p>
            <a:r>
              <a:rPr kumimoji="1" lang="ja-JP" altLang="en-US" sz="2800"/>
              <a:t>・</a:t>
            </a:r>
            <a:r>
              <a:rPr kumimoji="1" lang="en-US" altLang="ja-JP" sz="2800" dirty="0"/>
              <a:t>BPM</a:t>
            </a:r>
            <a:r>
              <a:rPr lang="ja-JP" altLang="en-US" sz="2800"/>
              <a:t>情報</a:t>
            </a:r>
            <a:endParaRPr kumimoji="1" lang="ja-JP" altLang="en-US" sz="3600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10F0DFD9-C63F-316E-4485-2ED2153CC8F1}"/>
              </a:ext>
            </a:extLst>
          </p:cNvPr>
          <p:cNvGrpSpPr/>
          <p:nvPr/>
        </p:nvGrpSpPr>
        <p:grpSpPr>
          <a:xfrm>
            <a:off x="867364" y="1733134"/>
            <a:ext cx="3269560" cy="3517533"/>
            <a:chOff x="1154120" y="1768430"/>
            <a:chExt cx="4023484" cy="4328637"/>
          </a:xfrm>
        </p:grpSpPr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D452F29F-901B-6970-F069-5C16846ECFDA}"/>
                </a:ext>
              </a:extLst>
            </p:cNvPr>
            <p:cNvSpPr txBox="1"/>
            <p:nvPr/>
          </p:nvSpPr>
          <p:spPr>
            <a:xfrm>
              <a:off x="4388605" y="2666807"/>
              <a:ext cx="7889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>
                  <a:solidFill>
                    <a:srgbClr val="92D050"/>
                  </a:solidFill>
                </a:rPr>
                <a:t>LED</a:t>
              </a:r>
              <a:endParaRPr kumimoji="1" lang="ja-JP" altLang="en-US">
                <a:solidFill>
                  <a:srgbClr val="92D050"/>
                </a:solidFill>
              </a:endParaRPr>
            </a:p>
          </p:txBody>
        </p: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4789534F-DE7E-713B-886C-C2B90745F623}"/>
                </a:ext>
              </a:extLst>
            </p:cNvPr>
            <p:cNvGrpSpPr/>
            <p:nvPr/>
          </p:nvGrpSpPr>
          <p:grpSpPr>
            <a:xfrm>
              <a:off x="1154120" y="1768430"/>
              <a:ext cx="3757027" cy="4328637"/>
              <a:chOff x="1154120" y="1768430"/>
              <a:chExt cx="3757027" cy="4328637"/>
            </a:xfrm>
          </p:grpSpPr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594B8B10-8727-D464-9276-AFECD370BFF7}"/>
                  </a:ext>
                </a:extLst>
              </p:cNvPr>
              <p:cNvGrpSpPr/>
              <p:nvPr/>
            </p:nvGrpSpPr>
            <p:grpSpPr>
              <a:xfrm>
                <a:off x="1154120" y="1768430"/>
                <a:ext cx="3757027" cy="4328637"/>
                <a:chOff x="3802380" y="83958"/>
                <a:chExt cx="4556757" cy="5250042"/>
              </a:xfrm>
            </p:grpSpPr>
            <p:sp>
              <p:nvSpPr>
                <p:cNvPr id="14" name="フローチャート: 手作業 13">
                  <a:extLst>
                    <a:ext uri="{FF2B5EF4-FFF2-40B4-BE49-F238E27FC236}">
                      <a16:creationId xmlns:a16="http://schemas.microsoft.com/office/drawing/2014/main" id="{F826D230-C1F8-FEFC-4572-2056EC6E8BA7}"/>
                    </a:ext>
                  </a:extLst>
                </p:cNvPr>
                <p:cNvSpPr/>
                <p:nvPr/>
              </p:nvSpPr>
              <p:spPr>
                <a:xfrm rot="10800000">
                  <a:off x="5638800" y="2849889"/>
                  <a:ext cx="914400" cy="2484111"/>
                </a:xfrm>
                <a:prstGeom prst="flowChartManualOperation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5" name="円/楕円 14">
                  <a:extLst>
                    <a:ext uri="{FF2B5EF4-FFF2-40B4-BE49-F238E27FC236}">
                      <a16:creationId xmlns:a16="http://schemas.microsoft.com/office/drawing/2014/main" id="{00553265-6DD5-9A0B-E2F3-468D8025ABC3}"/>
                    </a:ext>
                  </a:extLst>
                </p:cNvPr>
                <p:cNvSpPr/>
                <p:nvPr/>
              </p:nvSpPr>
              <p:spPr>
                <a:xfrm>
                  <a:off x="4358639" y="579120"/>
                  <a:ext cx="3474720" cy="347472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6" name="直線コネクタ 15">
                  <a:extLst>
                    <a:ext uri="{FF2B5EF4-FFF2-40B4-BE49-F238E27FC236}">
                      <a16:creationId xmlns:a16="http://schemas.microsoft.com/office/drawing/2014/main" id="{C6D33AED-421E-59DD-1085-2B842CE6A140}"/>
                    </a:ext>
                  </a:extLst>
                </p:cNvPr>
                <p:cNvCxnSpPr>
                  <a:stCxn id="15" idx="2"/>
                  <a:endCxn id="15" idx="6"/>
                </p:cNvCxnSpPr>
                <p:nvPr/>
              </p:nvCxnSpPr>
              <p:spPr>
                <a:xfrm>
                  <a:off x="4358639" y="2316480"/>
                  <a:ext cx="3474720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線コネクタ 16">
                  <a:extLst>
                    <a:ext uri="{FF2B5EF4-FFF2-40B4-BE49-F238E27FC236}">
                      <a16:creationId xmlns:a16="http://schemas.microsoft.com/office/drawing/2014/main" id="{9B0E1473-12BD-AF66-AF6C-BC54CC75AB91}"/>
                    </a:ext>
                  </a:extLst>
                </p:cNvPr>
                <p:cNvCxnSpPr>
                  <a:cxnSpLocks/>
                  <a:endCxn id="15" idx="0"/>
                </p:cNvCxnSpPr>
                <p:nvPr/>
              </p:nvCxnSpPr>
              <p:spPr>
                <a:xfrm flipV="1">
                  <a:off x="6095999" y="579120"/>
                  <a:ext cx="0" cy="380238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正方形/長方形 17">
                  <a:extLst>
                    <a:ext uri="{FF2B5EF4-FFF2-40B4-BE49-F238E27FC236}">
                      <a16:creationId xmlns:a16="http://schemas.microsoft.com/office/drawing/2014/main" id="{2FB41B3F-C383-C75F-5899-33F8ADFC268F}"/>
                    </a:ext>
                  </a:extLst>
                </p:cNvPr>
                <p:cNvSpPr/>
                <p:nvPr/>
              </p:nvSpPr>
              <p:spPr>
                <a:xfrm>
                  <a:off x="3802380" y="2232660"/>
                  <a:ext cx="1112518" cy="1676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E34DF218-5BB9-BD78-872C-3AD37AE1170E}"/>
                    </a:ext>
                  </a:extLst>
                </p:cNvPr>
                <p:cNvSpPr/>
                <p:nvPr/>
              </p:nvSpPr>
              <p:spPr>
                <a:xfrm>
                  <a:off x="5539740" y="4008126"/>
                  <a:ext cx="1112518" cy="167635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0" name="正方形/長方形 19">
                  <a:extLst>
                    <a:ext uri="{FF2B5EF4-FFF2-40B4-BE49-F238E27FC236}">
                      <a16:creationId xmlns:a16="http://schemas.microsoft.com/office/drawing/2014/main" id="{06FDC684-B009-F71D-8F0F-57581AAF5644}"/>
                    </a:ext>
                  </a:extLst>
                </p:cNvPr>
                <p:cNvSpPr/>
                <p:nvPr/>
              </p:nvSpPr>
              <p:spPr>
                <a:xfrm>
                  <a:off x="7246619" y="2232660"/>
                  <a:ext cx="1112518" cy="1676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1" name="正方形/長方形 20">
                  <a:extLst>
                    <a:ext uri="{FF2B5EF4-FFF2-40B4-BE49-F238E27FC236}">
                      <a16:creationId xmlns:a16="http://schemas.microsoft.com/office/drawing/2014/main" id="{C482333E-D51C-FB62-64E4-3B8FCB4D4B51}"/>
                    </a:ext>
                  </a:extLst>
                </p:cNvPr>
                <p:cNvSpPr/>
                <p:nvPr/>
              </p:nvSpPr>
              <p:spPr>
                <a:xfrm>
                  <a:off x="5539740" y="579120"/>
                  <a:ext cx="1112518" cy="1676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2" name="正方形/長方形 21">
                  <a:extLst>
                    <a:ext uri="{FF2B5EF4-FFF2-40B4-BE49-F238E27FC236}">
                      <a16:creationId xmlns:a16="http://schemas.microsoft.com/office/drawing/2014/main" id="{241BAC65-1B6A-1EBA-77A3-203C0FAC6627}"/>
                    </a:ext>
                  </a:extLst>
                </p:cNvPr>
                <p:cNvSpPr/>
                <p:nvPr/>
              </p:nvSpPr>
              <p:spPr>
                <a:xfrm rot="5400000">
                  <a:off x="4131982" y="1792661"/>
                  <a:ext cx="525688" cy="354312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3" name="正方形/長方形 22">
                  <a:extLst>
                    <a:ext uri="{FF2B5EF4-FFF2-40B4-BE49-F238E27FC236}">
                      <a16:creationId xmlns:a16="http://schemas.microsoft.com/office/drawing/2014/main" id="{B19A529A-4D1A-B40B-CAD7-1EE617585D33}"/>
                    </a:ext>
                  </a:extLst>
                </p:cNvPr>
                <p:cNvSpPr/>
                <p:nvPr/>
              </p:nvSpPr>
              <p:spPr>
                <a:xfrm rot="5400000">
                  <a:off x="5833155" y="3560406"/>
                  <a:ext cx="525688" cy="354312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4" name="正方形/長方形 23">
                  <a:extLst>
                    <a:ext uri="{FF2B5EF4-FFF2-40B4-BE49-F238E27FC236}">
                      <a16:creationId xmlns:a16="http://schemas.microsoft.com/office/drawing/2014/main" id="{95891478-4A92-1148-9326-F8529FF83AE8}"/>
                    </a:ext>
                  </a:extLst>
                </p:cNvPr>
                <p:cNvSpPr/>
                <p:nvPr/>
              </p:nvSpPr>
              <p:spPr>
                <a:xfrm rot="5400000">
                  <a:off x="7534328" y="1792661"/>
                  <a:ext cx="525688" cy="354312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D58FDEAA-3230-3585-F150-E5AE7C0690FA}"/>
                    </a:ext>
                  </a:extLst>
                </p:cNvPr>
                <p:cNvSpPr/>
                <p:nvPr/>
              </p:nvSpPr>
              <p:spPr>
                <a:xfrm rot="5400000">
                  <a:off x="5833155" y="169646"/>
                  <a:ext cx="525688" cy="354312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33" name="角丸四角形 32">
                <a:extLst>
                  <a:ext uri="{FF2B5EF4-FFF2-40B4-BE49-F238E27FC236}">
                    <a16:creationId xmlns:a16="http://schemas.microsoft.com/office/drawing/2014/main" id="{DF859DCB-F804-775A-9B53-DF23AB8D6E29}"/>
                  </a:ext>
                </a:extLst>
              </p:cNvPr>
              <p:cNvSpPr/>
              <p:nvPr/>
            </p:nvSpPr>
            <p:spPr>
              <a:xfrm>
                <a:off x="2687237" y="3226096"/>
                <a:ext cx="715920" cy="71592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39" name="下矢印 38">
            <a:extLst>
              <a:ext uri="{FF2B5EF4-FFF2-40B4-BE49-F238E27FC236}">
                <a16:creationId xmlns:a16="http://schemas.microsoft.com/office/drawing/2014/main" id="{A8ACB17D-F922-2177-8E20-71E538DC2642}"/>
              </a:ext>
            </a:extLst>
          </p:cNvPr>
          <p:cNvSpPr/>
          <p:nvPr/>
        </p:nvSpPr>
        <p:spPr>
          <a:xfrm rot="16200000">
            <a:off x="5868065" y="1574903"/>
            <a:ext cx="436315" cy="2871725"/>
          </a:xfrm>
          <a:prstGeom prst="downArrow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角丸四角形 43">
            <a:extLst>
              <a:ext uri="{FF2B5EF4-FFF2-40B4-BE49-F238E27FC236}">
                <a16:creationId xmlns:a16="http://schemas.microsoft.com/office/drawing/2014/main" id="{62980B69-F252-BCCC-2818-EC4F35069F03}"/>
              </a:ext>
            </a:extLst>
          </p:cNvPr>
          <p:cNvSpPr/>
          <p:nvPr/>
        </p:nvSpPr>
        <p:spPr>
          <a:xfrm>
            <a:off x="710706" y="706480"/>
            <a:ext cx="3386769" cy="7769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>
                <a:solidFill>
                  <a:schemeClr val="tx1"/>
                </a:solidFill>
              </a:rPr>
              <a:t>観覧車</a:t>
            </a:r>
            <a:r>
              <a:rPr kumimoji="1" lang="ja-JP" altLang="en-US" sz="2800">
                <a:solidFill>
                  <a:schemeClr val="tx1"/>
                </a:solidFill>
              </a:rPr>
              <a:t>デバイス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sp>
        <p:nvSpPr>
          <p:cNvPr id="45" name="角丸四角形 44">
            <a:extLst>
              <a:ext uri="{FF2B5EF4-FFF2-40B4-BE49-F238E27FC236}">
                <a16:creationId xmlns:a16="http://schemas.microsoft.com/office/drawing/2014/main" id="{DB22D99D-566E-F05B-63CF-7577AFCEBCF0}"/>
              </a:ext>
            </a:extLst>
          </p:cNvPr>
          <p:cNvSpPr/>
          <p:nvPr/>
        </p:nvSpPr>
        <p:spPr>
          <a:xfrm>
            <a:off x="8094527" y="652037"/>
            <a:ext cx="3386769" cy="7769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>
                <a:solidFill>
                  <a:schemeClr val="tx1"/>
                </a:solidFill>
              </a:rPr>
              <a:t>楽器デバイス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cxnSp>
        <p:nvCxnSpPr>
          <p:cNvPr id="46" name="曲線コネクタ 45">
            <a:extLst>
              <a:ext uri="{FF2B5EF4-FFF2-40B4-BE49-F238E27FC236}">
                <a16:creationId xmlns:a16="http://schemas.microsoft.com/office/drawing/2014/main" id="{923CE0DA-6607-2824-639E-8FF30A2FFB50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07337" y="1964277"/>
            <a:ext cx="827898" cy="997790"/>
          </a:xfrm>
          <a:prstGeom prst="curvedConnector4">
            <a:avLst>
              <a:gd name="adj1" fmla="val -27612"/>
              <a:gd name="adj2" fmla="val 137783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30696D9C-FBFB-080F-75F9-4F3F88C05905}"/>
              </a:ext>
            </a:extLst>
          </p:cNvPr>
          <p:cNvSpPr txBox="1"/>
          <p:nvPr/>
        </p:nvSpPr>
        <p:spPr>
          <a:xfrm>
            <a:off x="1612752" y="5871997"/>
            <a:ext cx="3033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BPM</a:t>
            </a:r>
            <a:r>
              <a:rPr kumimoji="1" lang="ja-JP" altLang="en-US" sz="2400"/>
              <a:t>に合わせて回転</a:t>
            </a:r>
          </a:p>
        </p:txBody>
      </p:sp>
      <p:sp>
        <p:nvSpPr>
          <p:cNvPr id="48" name="下矢印 47">
            <a:extLst>
              <a:ext uri="{FF2B5EF4-FFF2-40B4-BE49-F238E27FC236}">
                <a16:creationId xmlns:a16="http://schemas.microsoft.com/office/drawing/2014/main" id="{9BB2B6F3-A6B6-A575-7B2F-D8983EEF43F7}"/>
              </a:ext>
            </a:extLst>
          </p:cNvPr>
          <p:cNvSpPr/>
          <p:nvPr/>
        </p:nvSpPr>
        <p:spPr>
          <a:xfrm rot="16200000">
            <a:off x="5045124" y="1096917"/>
            <a:ext cx="436315" cy="4899225"/>
          </a:xfrm>
          <a:prstGeom prst="downArrow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010C8A43-93C0-91AC-66F4-AF529C71977B}"/>
              </a:ext>
            </a:extLst>
          </p:cNvPr>
          <p:cNvSpPr txBox="1"/>
          <p:nvPr/>
        </p:nvSpPr>
        <p:spPr>
          <a:xfrm>
            <a:off x="4015303" y="3864131"/>
            <a:ext cx="2031325" cy="64633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3600"/>
              <a:t>無線通信</a:t>
            </a:r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EB66053-B539-8693-AFF6-366F932A349A}"/>
              </a:ext>
            </a:extLst>
          </p:cNvPr>
          <p:cNvSpPr txBox="1"/>
          <p:nvPr/>
        </p:nvSpPr>
        <p:spPr>
          <a:xfrm>
            <a:off x="7953767" y="6133476"/>
            <a:ext cx="3360462" cy="5232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・音量情報</a:t>
            </a:r>
            <a:endParaRPr kumimoji="1" lang="en-US" altLang="ja-JP" sz="2800" dirty="0"/>
          </a:p>
        </p:txBody>
      </p: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5FEBD790-E5C1-43C7-53E2-6CC5017EC2B1}"/>
              </a:ext>
            </a:extLst>
          </p:cNvPr>
          <p:cNvGrpSpPr/>
          <p:nvPr/>
        </p:nvGrpSpPr>
        <p:grpSpPr>
          <a:xfrm>
            <a:off x="771240" y="3479280"/>
            <a:ext cx="1275480" cy="885960"/>
            <a:chOff x="771240" y="3479280"/>
            <a:chExt cx="1275480" cy="88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1" name="インク 50">
                  <a:extLst>
                    <a:ext uri="{FF2B5EF4-FFF2-40B4-BE49-F238E27FC236}">
                      <a16:creationId xmlns:a16="http://schemas.microsoft.com/office/drawing/2014/main" id="{BD59BE85-51D5-4DD8-BFFB-E5AD3BD47330}"/>
                    </a:ext>
                  </a:extLst>
                </p14:cNvPr>
                <p14:cNvContentPartPr/>
                <p14:nvPr/>
              </p14:nvContentPartPr>
              <p14:xfrm>
                <a:off x="771240" y="3516720"/>
                <a:ext cx="1196280" cy="848520"/>
              </p14:xfrm>
            </p:contentPart>
          </mc:Choice>
          <mc:Fallback xmlns="">
            <p:pic>
              <p:nvPicPr>
                <p:cNvPr id="51" name="インク 50">
                  <a:extLst>
                    <a:ext uri="{FF2B5EF4-FFF2-40B4-BE49-F238E27FC236}">
                      <a16:creationId xmlns:a16="http://schemas.microsoft.com/office/drawing/2014/main" id="{BD59BE85-51D5-4DD8-BFFB-E5AD3BD4733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65120" y="3510600"/>
                  <a:ext cx="1208520" cy="86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089324DA-3A2D-01B3-B035-D032CC15ABC0}"/>
                    </a:ext>
                  </a:extLst>
                </p14:cNvPr>
                <p14:cNvContentPartPr/>
                <p14:nvPr/>
              </p14:nvContentPartPr>
              <p14:xfrm>
                <a:off x="1713360" y="3479280"/>
                <a:ext cx="333360" cy="261720"/>
              </p14:xfrm>
            </p:contentPart>
          </mc:Choice>
          <mc:Fallback xmlns=""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089324DA-3A2D-01B3-B035-D032CC15ABC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07240" y="3473160"/>
                  <a:ext cx="345600" cy="27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5" name="インク 54">
                <a:extLst>
                  <a:ext uri="{FF2B5EF4-FFF2-40B4-BE49-F238E27FC236}">
                    <a16:creationId xmlns:a16="http://schemas.microsoft.com/office/drawing/2014/main" id="{83A63DD4-6DC7-FA86-8C22-C27F627F2EF9}"/>
                  </a:ext>
                </a:extLst>
              </p14:cNvPr>
              <p14:cNvContentPartPr/>
              <p14:nvPr/>
            </p14:nvContentPartPr>
            <p14:xfrm>
              <a:off x="9724800" y="3905520"/>
              <a:ext cx="360" cy="2160"/>
            </p14:xfrm>
          </p:contentPart>
        </mc:Choice>
        <mc:Fallback xmlns="">
          <p:pic>
            <p:nvPicPr>
              <p:cNvPr id="55" name="インク 54">
                <a:extLst>
                  <a:ext uri="{FF2B5EF4-FFF2-40B4-BE49-F238E27FC236}">
                    <a16:creationId xmlns:a16="http://schemas.microsoft.com/office/drawing/2014/main" id="{83A63DD4-6DC7-FA86-8C22-C27F627F2E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8680" y="3899400"/>
                <a:ext cx="1260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3D071194-3332-23DE-357A-F61787937531}"/>
              </a:ext>
            </a:extLst>
          </p:cNvPr>
          <p:cNvGrpSpPr/>
          <p:nvPr/>
        </p:nvGrpSpPr>
        <p:grpSpPr>
          <a:xfrm>
            <a:off x="10370280" y="3908040"/>
            <a:ext cx="2520" cy="4320"/>
            <a:chOff x="10370280" y="3908040"/>
            <a:chExt cx="2520" cy="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EC468896-F2C2-9708-314C-901D4E5C5B44}"/>
                    </a:ext>
                  </a:extLst>
                </p14:cNvPr>
                <p14:cNvContentPartPr/>
                <p14:nvPr/>
              </p14:nvContentPartPr>
              <p14:xfrm>
                <a:off x="10370280" y="3908040"/>
                <a:ext cx="2520" cy="4320"/>
              </p14:xfrm>
            </p:contentPart>
          </mc:Choice>
          <mc:Fallback xmlns=""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EC468896-F2C2-9708-314C-901D4E5C5B4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364160" y="3901920"/>
                  <a:ext cx="147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7" name="インク 56">
                  <a:extLst>
                    <a:ext uri="{FF2B5EF4-FFF2-40B4-BE49-F238E27FC236}">
                      <a16:creationId xmlns:a16="http://schemas.microsoft.com/office/drawing/2014/main" id="{88E39B88-944C-DB08-385A-92CCF27DD35C}"/>
                    </a:ext>
                  </a:extLst>
                </p14:cNvPr>
                <p14:cNvContentPartPr/>
                <p14:nvPr/>
              </p14:nvContentPartPr>
              <p14:xfrm>
                <a:off x="10370280" y="3912000"/>
                <a:ext cx="360" cy="360"/>
              </p14:xfrm>
            </p:contentPart>
          </mc:Choice>
          <mc:Fallback xmlns="">
            <p:pic>
              <p:nvPicPr>
                <p:cNvPr id="57" name="インク 56">
                  <a:extLst>
                    <a:ext uri="{FF2B5EF4-FFF2-40B4-BE49-F238E27FC236}">
                      <a16:creationId xmlns:a16="http://schemas.microsoft.com/office/drawing/2014/main" id="{88E39B88-944C-DB08-385A-92CCF27DD3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64160" y="39058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0" name="図 59">
            <a:extLst>
              <a:ext uri="{FF2B5EF4-FFF2-40B4-BE49-F238E27FC236}">
                <a16:creationId xmlns:a16="http://schemas.microsoft.com/office/drawing/2014/main" id="{D531FF43-5A16-14D8-8A50-18068F890D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978" y="4365240"/>
            <a:ext cx="994896" cy="994896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15C43D6E-6775-EF31-4769-C242330D79C5}"/>
              </a:ext>
            </a:extLst>
          </p:cNvPr>
          <p:cNvSpPr txBox="1"/>
          <p:nvPr/>
        </p:nvSpPr>
        <p:spPr>
          <a:xfrm>
            <a:off x="128275" y="5314580"/>
            <a:ext cx="12859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中継機</a:t>
            </a:r>
            <a:endParaRPr lang="en-US" altLang="ja-JP" sz="2400" dirty="0"/>
          </a:p>
          <a:p>
            <a:r>
              <a:rPr kumimoji="1" lang="en-US" altLang="ja-JP" sz="2400" dirty="0"/>
              <a:t>Arduino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2847793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50E2D-8EA4-00AF-769C-7DFC4D7A6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80FDA3CD-C482-EDC5-9D94-D728C2B2848B}"/>
                  </a:ext>
                </a:extLst>
              </p14:cNvPr>
              <p14:cNvContentPartPr/>
              <p14:nvPr/>
            </p14:nvContentPartPr>
            <p14:xfrm>
              <a:off x="6774960" y="2408640"/>
              <a:ext cx="2160" cy="216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80FDA3CD-C482-EDC5-9D94-D728C2B284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8840" y="2402520"/>
                <a:ext cx="1440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372A54D-89D2-3310-1A51-0F1FD8F1F4AC}"/>
              </a:ext>
            </a:extLst>
          </p:cNvPr>
          <p:cNvGrpSpPr/>
          <p:nvPr/>
        </p:nvGrpSpPr>
        <p:grpSpPr>
          <a:xfrm>
            <a:off x="6709800" y="2520600"/>
            <a:ext cx="2160" cy="360"/>
            <a:chOff x="6709800" y="2520600"/>
            <a:chExt cx="21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74C9087C-5EE2-EC0B-3BD6-3E65257195CF}"/>
                    </a:ext>
                  </a:extLst>
                </p14:cNvPr>
                <p14:cNvContentPartPr/>
                <p14:nvPr/>
              </p14:nvContentPartPr>
              <p14:xfrm>
                <a:off x="6709800" y="2520600"/>
                <a:ext cx="2160" cy="360"/>
              </p14:xfrm>
            </p:contentPart>
          </mc:Choice>
          <mc:Fallback xmlns=""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74C9087C-5EE2-EC0B-3BD6-3E65257195C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03680" y="2514480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555F7896-334E-D1E5-CD8E-4FA9768F0821}"/>
                    </a:ext>
                  </a:extLst>
                </p14:cNvPr>
                <p14:cNvContentPartPr/>
                <p14:nvPr/>
              </p14:nvContentPartPr>
              <p14:xfrm>
                <a:off x="6709800" y="2520600"/>
                <a:ext cx="360" cy="36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555F7896-334E-D1E5-CD8E-4FA9768F08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03680" y="25144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72203D9C-E69B-C135-0D6D-EC6DB8EFE465}"/>
              </a:ext>
            </a:extLst>
          </p:cNvPr>
          <p:cNvGrpSpPr/>
          <p:nvPr/>
        </p:nvGrpSpPr>
        <p:grpSpPr>
          <a:xfrm>
            <a:off x="7712894" y="1952033"/>
            <a:ext cx="3611742" cy="2666104"/>
            <a:chOff x="4492421" y="1744884"/>
            <a:chExt cx="3611742" cy="2666104"/>
          </a:xfrm>
        </p:grpSpPr>
        <p:pic>
          <p:nvPicPr>
            <p:cNvPr id="2" name="図 1">
              <a:extLst>
                <a:ext uri="{FF2B5EF4-FFF2-40B4-BE49-F238E27FC236}">
                  <a16:creationId xmlns:a16="http://schemas.microsoft.com/office/drawing/2014/main" id="{8D3C8320-78B6-1267-BD4F-C2B1940DD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96000" y="2823488"/>
              <a:ext cx="1587500" cy="1587500"/>
            </a:xfrm>
            <a:prstGeom prst="rect">
              <a:avLst/>
            </a:prstGeom>
          </p:spPr>
        </p:pic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6FF6260B-6501-4C3F-4260-5655F85B1293}"/>
                </a:ext>
              </a:extLst>
            </p:cNvPr>
            <p:cNvSpPr txBox="1"/>
            <p:nvPr/>
          </p:nvSpPr>
          <p:spPr>
            <a:xfrm>
              <a:off x="6202680" y="2255520"/>
              <a:ext cx="19014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楽器</a:t>
              </a:r>
              <a:r>
                <a:rPr kumimoji="1" lang="en-US" altLang="ja-JP" sz="2400" dirty="0"/>
                <a:t>Arduino</a:t>
              </a:r>
              <a:endParaRPr kumimoji="1" lang="ja-JP" altLang="en-US" sz="240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679250A-C9F5-5B0D-DAA5-1911D1CD9549}"/>
                </a:ext>
              </a:extLst>
            </p:cNvPr>
            <p:cNvSpPr/>
            <p:nvPr/>
          </p:nvSpPr>
          <p:spPr>
            <a:xfrm>
              <a:off x="4770120" y="2291358"/>
              <a:ext cx="472440" cy="13258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インク 5">
                  <a:extLst>
                    <a:ext uri="{FF2B5EF4-FFF2-40B4-BE49-F238E27FC236}">
                      <a16:creationId xmlns:a16="http://schemas.microsoft.com/office/drawing/2014/main" id="{F3C944C2-AFE0-8115-6481-29A3E67F625B}"/>
                    </a:ext>
                  </a:extLst>
                </p14:cNvPr>
                <p14:cNvContentPartPr/>
                <p14:nvPr/>
              </p14:nvContentPartPr>
              <p14:xfrm>
                <a:off x="5267640" y="3136200"/>
                <a:ext cx="1516320" cy="234360"/>
              </p14:xfrm>
            </p:contentPart>
          </mc:Choice>
          <mc:Fallback xmlns="">
            <p:pic>
              <p:nvPicPr>
                <p:cNvPr id="6" name="インク 5">
                  <a:extLst>
                    <a:ext uri="{FF2B5EF4-FFF2-40B4-BE49-F238E27FC236}">
                      <a16:creationId xmlns:a16="http://schemas.microsoft.com/office/drawing/2014/main" id="{F3C944C2-AFE0-8115-6481-29A3E67F625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61520" y="3130080"/>
                  <a:ext cx="1528560" cy="2466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8E4F11E-AF08-4019-F422-5F7AC3DFC1BD}"/>
                </a:ext>
              </a:extLst>
            </p:cNvPr>
            <p:cNvSpPr txBox="1"/>
            <p:nvPr/>
          </p:nvSpPr>
          <p:spPr>
            <a:xfrm>
              <a:off x="4492421" y="174488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光センサ</a:t>
              </a:r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10253E6-C387-352D-9DAD-7493309AEDD4}"/>
              </a:ext>
            </a:extLst>
          </p:cNvPr>
          <p:cNvSpPr txBox="1"/>
          <p:nvPr/>
        </p:nvSpPr>
        <p:spPr>
          <a:xfrm>
            <a:off x="4992760" y="2100585"/>
            <a:ext cx="2031325" cy="646331"/>
          </a:xfrm>
          <a:prstGeom prst="rect">
            <a:avLst/>
          </a:prstGeom>
          <a:noFill/>
          <a:ln w="381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受光検知</a:t>
            </a:r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2EE69BA-AB1A-EFA3-93E1-D15792D5F430}"/>
              </a:ext>
            </a:extLst>
          </p:cNvPr>
          <p:cNvSpPr txBox="1"/>
          <p:nvPr/>
        </p:nvSpPr>
        <p:spPr>
          <a:xfrm>
            <a:off x="7953767" y="4525978"/>
            <a:ext cx="3360462" cy="954107"/>
          </a:xfrm>
          <a:prstGeom prst="rect">
            <a:avLst/>
          </a:prstGeom>
          <a:noFill/>
          <a:ln w="381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・同期修正</a:t>
            </a:r>
            <a:endParaRPr kumimoji="1" lang="en-US" altLang="ja-JP" sz="2800" dirty="0"/>
          </a:p>
          <a:p>
            <a:r>
              <a:rPr kumimoji="1" lang="ja-JP" altLang="en-US" sz="2800"/>
              <a:t>・</a:t>
            </a:r>
            <a:r>
              <a:rPr kumimoji="1" lang="en-US" altLang="ja-JP" sz="2800" dirty="0"/>
              <a:t>BPM</a:t>
            </a:r>
            <a:r>
              <a:rPr lang="ja-JP" altLang="en-US" sz="2800"/>
              <a:t>情報</a:t>
            </a:r>
            <a:endParaRPr kumimoji="1" lang="ja-JP" altLang="en-US" sz="3600"/>
          </a:p>
        </p:txBody>
      </p:sp>
      <p:sp>
        <p:nvSpPr>
          <p:cNvPr id="39" name="下矢印 38">
            <a:extLst>
              <a:ext uri="{FF2B5EF4-FFF2-40B4-BE49-F238E27FC236}">
                <a16:creationId xmlns:a16="http://schemas.microsoft.com/office/drawing/2014/main" id="{9AD41DCC-B0DC-B13B-CAE9-3E929A8387A4}"/>
              </a:ext>
            </a:extLst>
          </p:cNvPr>
          <p:cNvSpPr/>
          <p:nvPr/>
        </p:nvSpPr>
        <p:spPr>
          <a:xfrm rot="16200000">
            <a:off x="5868065" y="1574903"/>
            <a:ext cx="436315" cy="2871725"/>
          </a:xfrm>
          <a:prstGeom prst="downArrow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角丸四角形 43">
            <a:extLst>
              <a:ext uri="{FF2B5EF4-FFF2-40B4-BE49-F238E27FC236}">
                <a16:creationId xmlns:a16="http://schemas.microsoft.com/office/drawing/2014/main" id="{D8D813E5-421F-25AD-E56B-7584200753D5}"/>
              </a:ext>
            </a:extLst>
          </p:cNvPr>
          <p:cNvSpPr/>
          <p:nvPr/>
        </p:nvSpPr>
        <p:spPr>
          <a:xfrm>
            <a:off x="710706" y="706480"/>
            <a:ext cx="3386769" cy="7769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>
                <a:solidFill>
                  <a:schemeClr val="tx1"/>
                </a:solidFill>
              </a:rPr>
              <a:t>観覧車</a:t>
            </a:r>
            <a:r>
              <a:rPr kumimoji="1" lang="ja-JP" altLang="en-US" sz="2800">
                <a:solidFill>
                  <a:schemeClr val="tx1"/>
                </a:solidFill>
              </a:rPr>
              <a:t>デバイス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sp>
        <p:nvSpPr>
          <p:cNvPr id="45" name="角丸四角形 44">
            <a:extLst>
              <a:ext uri="{FF2B5EF4-FFF2-40B4-BE49-F238E27FC236}">
                <a16:creationId xmlns:a16="http://schemas.microsoft.com/office/drawing/2014/main" id="{269A79F9-15D2-959D-5D6F-9E9DD1008228}"/>
              </a:ext>
            </a:extLst>
          </p:cNvPr>
          <p:cNvSpPr/>
          <p:nvPr/>
        </p:nvSpPr>
        <p:spPr>
          <a:xfrm>
            <a:off x="8094527" y="652037"/>
            <a:ext cx="3386769" cy="7769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>
                <a:solidFill>
                  <a:schemeClr val="tx1"/>
                </a:solidFill>
              </a:rPr>
              <a:t>楽器デバイス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cxnSp>
        <p:nvCxnSpPr>
          <p:cNvPr id="46" name="曲線コネクタ 45">
            <a:extLst>
              <a:ext uri="{FF2B5EF4-FFF2-40B4-BE49-F238E27FC236}">
                <a16:creationId xmlns:a16="http://schemas.microsoft.com/office/drawing/2014/main" id="{287C7496-062B-278F-5648-928120C1A7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07337" y="1964277"/>
            <a:ext cx="827898" cy="997790"/>
          </a:xfrm>
          <a:prstGeom prst="curvedConnector4">
            <a:avLst>
              <a:gd name="adj1" fmla="val -27612"/>
              <a:gd name="adj2" fmla="val 137783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3FB64BA-DD91-0ABB-80BA-41313B1A4A99}"/>
              </a:ext>
            </a:extLst>
          </p:cNvPr>
          <p:cNvSpPr txBox="1"/>
          <p:nvPr/>
        </p:nvSpPr>
        <p:spPr>
          <a:xfrm>
            <a:off x="1054966" y="5596537"/>
            <a:ext cx="35092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BPM</a:t>
            </a:r>
            <a:r>
              <a:rPr kumimoji="1" lang="ja-JP" altLang="en-US" sz="2800"/>
              <a:t>に合わせて回転</a:t>
            </a:r>
          </a:p>
        </p:txBody>
      </p:sp>
      <p:sp>
        <p:nvSpPr>
          <p:cNvPr id="48" name="下矢印 47">
            <a:extLst>
              <a:ext uri="{FF2B5EF4-FFF2-40B4-BE49-F238E27FC236}">
                <a16:creationId xmlns:a16="http://schemas.microsoft.com/office/drawing/2014/main" id="{3000B974-CD48-E9B9-EF73-BCE3ADB0FD05}"/>
              </a:ext>
            </a:extLst>
          </p:cNvPr>
          <p:cNvSpPr/>
          <p:nvPr/>
        </p:nvSpPr>
        <p:spPr>
          <a:xfrm rot="16200000">
            <a:off x="5045124" y="1096917"/>
            <a:ext cx="436315" cy="4899225"/>
          </a:xfrm>
          <a:prstGeom prst="downArrow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EBFFAD-EFEC-2CF0-F16D-655C593E0811}"/>
              </a:ext>
            </a:extLst>
          </p:cNvPr>
          <p:cNvSpPr txBox="1"/>
          <p:nvPr/>
        </p:nvSpPr>
        <p:spPr>
          <a:xfrm>
            <a:off x="4015303" y="3864131"/>
            <a:ext cx="2031325" cy="64633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3600"/>
              <a:t>無線通信</a:t>
            </a:r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ECD0DE5-B53C-B18D-32E8-ACB70BEB9EFB}"/>
              </a:ext>
            </a:extLst>
          </p:cNvPr>
          <p:cNvSpPr txBox="1"/>
          <p:nvPr/>
        </p:nvSpPr>
        <p:spPr>
          <a:xfrm>
            <a:off x="7953767" y="5871997"/>
            <a:ext cx="3360462" cy="52322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・音量情報</a:t>
            </a:r>
            <a:endParaRPr kumimoji="1" lang="en-US" altLang="ja-JP" sz="2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5" name="インク 54">
                <a:extLst>
                  <a:ext uri="{FF2B5EF4-FFF2-40B4-BE49-F238E27FC236}">
                    <a16:creationId xmlns:a16="http://schemas.microsoft.com/office/drawing/2014/main" id="{50ED9BCC-E6DA-4F8A-4160-B1A93ED99FA9}"/>
                  </a:ext>
                </a:extLst>
              </p14:cNvPr>
              <p14:cNvContentPartPr/>
              <p14:nvPr/>
            </p14:nvContentPartPr>
            <p14:xfrm>
              <a:off x="9724800" y="3905520"/>
              <a:ext cx="360" cy="2160"/>
            </p14:xfrm>
          </p:contentPart>
        </mc:Choice>
        <mc:Fallback xmlns="">
          <p:pic>
            <p:nvPicPr>
              <p:cNvPr id="55" name="インク 54">
                <a:extLst>
                  <a:ext uri="{FF2B5EF4-FFF2-40B4-BE49-F238E27FC236}">
                    <a16:creationId xmlns:a16="http://schemas.microsoft.com/office/drawing/2014/main" id="{50ED9BCC-E6DA-4F8A-4160-B1A93ED99F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8680" y="3899400"/>
                <a:ext cx="1260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BB098FEF-CAA1-5C1F-0B8B-EC5779A182BD}"/>
              </a:ext>
            </a:extLst>
          </p:cNvPr>
          <p:cNvGrpSpPr/>
          <p:nvPr/>
        </p:nvGrpSpPr>
        <p:grpSpPr>
          <a:xfrm>
            <a:off x="10370280" y="3908040"/>
            <a:ext cx="2520" cy="4320"/>
            <a:chOff x="10370280" y="3908040"/>
            <a:chExt cx="2520" cy="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FB7DED88-ED80-32B2-B860-9B389CB9C23A}"/>
                    </a:ext>
                  </a:extLst>
                </p14:cNvPr>
                <p14:cNvContentPartPr/>
                <p14:nvPr/>
              </p14:nvContentPartPr>
              <p14:xfrm>
                <a:off x="10370280" y="3908040"/>
                <a:ext cx="2520" cy="4320"/>
              </p14:xfrm>
            </p:contentPart>
          </mc:Choice>
          <mc:Fallback xmlns=""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FB7DED88-ED80-32B2-B860-9B389CB9C23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364160" y="3901920"/>
                  <a:ext cx="147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7" name="インク 56">
                  <a:extLst>
                    <a:ext uri="{FF2B5EF4-FFF2-40B4-BE49-F238E27FC236}">
                      <a16:creationId xmlns:a16="http://schemas.microsoft.com/office/drawing/2014/main" id="{9D3435B7-347E-6202-8332-49C25B41C14A}"/>
                    </a:ext>
                  </a:extLst>
                </p14:cNvPr>
                <p14:cNvContentPartPr/>
                <p14:nvPr/>
              </p14:nvContentPartPr>
              <p14:xfrm>
                <a:off x="10370280" y="3912000"/>
                <a:ext cx="360" cy="360"/>
              </p14:xfrm>
            </p:contentPart>
          </mc:Choice>
          <mc:Fallback xmlns="">
            <p:pic>
              <p:nvPicPr>
                <p:cNvPr id="57" name="インク 56">
                  <a:extLst>
                    <a:ext uri="{FF2B5EF4-FFF2-40B4-BE49-F238E27FC236}">
                      <a16:creationId xmlns:a16="http://schemas.microsoft.com/office/drawing/2014/main" id="{9D3435B7-347E-6202-8332-49C25B41C14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64160" y="39058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D1DF8A67-F960-396B-BA4E-1AB6F61DB872}"/>
              </a:ext>
            </a:extLst>
          </p:cNvPr>
          <p:cNvGrpSpPr/>
          <p:nvPr/>
        </p:nvGrpSpPr>
        <p:grpSpPr>
          <a:xfrm>
            <a:off x="-9165" y="3103709"/>
            <a:ext cx="1285929" cy="1780337"/>
            <a:chOff x="128275" y="4365240"/>
            <a:chExt cx="1285929" cy="1780337"/>
          </a:xfrm>
        </p:grpSpPr>
        <p:pic>
          <p:nvPicPr>
            <p:cNvPr id="60" name="図 59">
              <a:extLst>
                <a:ext uri="{FF2B5EF4-FFF2-40B4-BE49-F238E27FC236}">
                  <a16:creationId xmlns:a16="http://schemas.microsoft.com/office/drawing/2014/main" id="{176EB8AB-AE0E-0D2D-9E9B-18802C3D2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1978" y="4365240"/>
              <a:ext cx="994896" cy="994896"/>
            </a:xfrm>
            <a:prstGeom prst="rect">
              <a:avLst/>
            </a:prstGeom>
          </p:spPr>
        </p:pic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68C84B60-2672-D288-2879-CC0B898CF06B}"/>
                </a:ext>
              </a:extLst>
            </p:cNvPr>
            <p:cNvSpPr txBox="1"/>
            <p:nvPr/>
          </p:nvSpPr>
          <p:spPr>
            <a:xfrm>
              <a:off x="128275" y="5314580"/>
              <a:ext cx="128592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/>
                <a:t>中継機</a:t>
              </a:r>
              <a:endParaRPr lang="en-US" altLang="ja-JP" sz="2400" dirty="0"/>
            </a:p>
            <a:p>
              <a:r>
                <a:rPr kumimoji="1" lang="en-US" altLang="ja-JP" sz="2400" dirty="0"/>
                <a:t>Arduino</a:t>
              </a:r>
              <a:endParaRPr kumimoji="1" lang="ja-JP" altLang="en-US" sz="2400"/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AB505C0-BC47-AF24-9022-594F4CBAFEDB}"/>
              </a:ext>
            </a:extLst>
          </p:cNvPr>
          <p:cNvGrpSpPr/>
          <p:nvPr/>
        </p:nvGrpSpPr>
        <p:grpSpPr>
          <a:xfrm>
            <a:off x="1604733" y="1906811"/>
            <a:ext cx="1892253" cy="3044378"/>
            <a:chOff x="5888474" y="867622"/>
            <a:chExt cx="2756018" cy="4434058"/>
          </a:xfrm>
        </p:grpSpPr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AB95EAE7-7C37-F3F0-953D-8CE43205837A}"/>
                </a:ext>
              </a:extLst>
            </p:cNvPr>
            <p:cNvGrpSpPr/>
            <p:nvPr/>
          </p:nvGrpSpPr>
          <p:grpSpPr>
            <a:xfrm>
              <a:off x="5888474" y="867622"/>
              <a:ext cx="2756018" cy="4434058"/>
              <a:chOff x="4024191" y="1027860"/>
              <a:chExt cx="2756018" cy="4434058"/>
            </a:xfrm>
          </p:grpSpPr>
          <p:sp>
            <p:nvSpPr>
              <p:cNvPr id="28" name="正方形/長方形 27">
                <a:extLst>
                  <a:ext uri="{FF2B5EF4-FFF2-40B4-BE49-F238E27FC236}">
                    <a16:creationId xmlns:a16="http://schemas.microsoft.com/office/drawing/2014/main" id="{76164A2D-AF9A-4ECD-0A8D-52F5436A0649}"/>
                  </a:ext>
                </a:extLst>
              </p:cNvPr>
              <p:cNvSpPr/>
              <p:nvPr/>
            </p:nvSpPr>
            <p:spPr>
              <a:xfrm rot="10800000">
                <a:off x="4024191" y="2250985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9" name="グループ化 28">
                <a:extLst>
                  <a:ext uri="{FF2B5EF4-FFF2-40B4-BE49-F238E27FC236}">
                    <a16:creationId xmlns:a16="http://schemas.microsoft.com/office/drawing/2014/main" id="{8B71C8CE-BDF8-E05D-A554-52F987128DD4}"/>
                  </a:ext>
                </a:extLst>
              </p:cNvPr>
              <p:cNvGrpSpPr/>
              <p:nvPr/>
            </p:nvGrpSpPr>
            <p:grpSpPr>
              <a:xfrm>
                <a:off x="4209236" y="1027860"/>
                <a:ext cx="2570973" cy="4434058"/>
                <a:chOff x="4209236" y="1027860"/>
                <a:chExt cx="2570973" cy="4434058"/>
              </a:xfrm>
            </p:grpSpPr>
            <p:sp>
              <p:nvSpPr>
                <p:cNvPr id="36" name="正方形/長方形 35">
                  <a:extLst>
                    <a:ext uri="{FF2B5EF4-FFF2-40B4-BE49-F238E27FC236}">
                      <a16:creationId xmlns:a16="http://schemas.microsoft.com/office/drawing/2014/main" id="{65F87785-D504-186C-3E23-EE2412B31DEF}"/>
                    </a:ext>
                  </a:extLst>
                </p:cNvPr>
                <p:cNvSpPr/>
                <p:nvPr/>
              </p:nvSpPr>
              <p:spPr>
                <a:xfrm rot="10800000">
                  <a:off x="5247316" y="1027860"/>
                  <a:ext cx="370092" cy="249440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37" name="グループ化 36">
                  <a:extLst>
                    <a:ext uri="{FF2B5EF4-FFF2-40B4-BE49-F238E27FC236}">
                      <a16:creationId xmlns:a16="http://schemas.microsoft.com/office/drawing/2014/main" id="{872F269E-E0EA-C017-79E1-0C607FD05FD7}"/>
                    </a:ext>
                  </a:extLst>
                </p:cNvPr>
                <p:cNvGrpSpPr/>
                <p:nvPr/>
              </p:nvGrpSpPr>
              <p:grpSpPr>
                <a:xfrm>
                  <a:off x="4209236" y="1152580"/>
                  <a:ext cx="2570973" cy="4309338"/>
                  <a:chOff x="4209236" y="1152580"/>
                  <a:chExt cx="2570973" cy="4309338"/>
                </a:xfrm>
              </p:grpSpPr>
              <p:grpSp>
                <p:nvGrpSpPr>
                  <p:cNvPr id="38" name="グループ化 37">
                    <a:extLst>
                      <a:ext uri="{FF2B5EF4-FFF2-40B4-BE49-F238E27FC236}">
                        <a16:creationId xmlns:a16="http://schemas.microsoft.com/office/drawing/2014/main" id="{493BC369-72F5-DA82-85A1-86C98F1C8F24}"/>
                      </a:ext>
                    </a:extLst>
                  </p:cNvPr>
                  <p:cNvGrpSpPr/>
                  <p:nvPr/>
                </p:nvGrpSpPr>
                <p:grpSpPr>
                  <a:xfrm>
                    <a:off x="4209236" y="1152580"/>
                    <a:ext cx="2570973" cy="4309338"/>
                    <a:chOff x="4358638" y="579120"/>
                    <a:chExt cx="3651878" cy="6121100"/>
                  </a:xfrm>
                </p:grpSpPr>
                <p:sp>
                  <p:nvSpPr>
                    <p:cNvPr id="41" name="正方形/長方形 40">
                      <a:extLst>
                        <a:ext uri="{FF2B5EF4-FFF2-40B4-BE49-F238E27FC236}">
                          <a16:creationId xmlns:a16="http://schemas.microsoft.com/office/drawing/2014/main" id="{49925DB7-34B5-9BAB-DC6B-3897A5AD2EC9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7484828" y="2155053"/>
                      <a:ext cx="525688" cy="354311"/>
                    </a:xfrm>
                    <a:prstGeom prst="rect">
                      <a:avLst/>
                    </a:prstGeom>
                    <a:solidFill>
                      <a:srgbClr val="92D05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42" name="フローチャート: 手作業 41">
                      <a:extLst>
                        <a:ext uri="{FF2B5EF4-FFF2-40B4-BE49-F238E27FC236}">
                          <a16:creationId xmlns:a16="http://schemas.microsoft.com/office/drawing/2014/main" id="{A98F2D06-4BBB-820F-634C-20D8ED0556BA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638801" y="2849889"/>
                      <a:ext cx="914400" cy="2484111"/>
                    </a:xfrm>
                    <a:prstGeom prst="flowChartManualOperation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43" name="円/楕円 42">
                      <a:extLst>
                        <a:ext uri="{FF2B5EF4-FFF2-40B4-BE49-F238E27FC236}">
                          <a16:creationId xmlns:a16="http://schemas.microsoft.com/office/drawing/2014/main" id="{3A821F4E-4E0D-95FB-0AFE-71E7BD5B84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58639" y="579120"/>
                      <a:ext cx="3474721" cy="347472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cxnSp>
                  <p:nvCxnSpPr>
                    <p:cNvPr id="53" name="直線コネクタ 52">
                      <a:extLst>
                        <a:ext uri="{FF2B5EF4-FFF2-40B4-BE49-F238E27FC236}">
                          <a16:creationId xmlns:a16="http://schemas.microsoft.com/office/drawing/2014/main" id="{291C28F1-0FB2-0434-B53C-2CBA5101389B}"/>
                        </a:ext>
                      </a:extLst>
                    </p:cNvPr>
                    <p:cNvCxnSpPr>
                      <a:cxnSpLocks/>
                      <a:stCxn id="43" idx="2"/>
                      <a:endCxn id="43" idx="6"/>
                    </p:cNvCxnSpPr>
                    <p:nvPr/>
                  </p:nvCxnSpPr>
                  <p:spPr>
                    <a:xfrm>
                      <a:off x="4358638" y="2316480"/>
                      <a:ext cx="3474722" cy="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" name="直線コネクタ 57">
                      <a:extLst>
                        <a:ext uri="{FF2B5EF4-FFF2-40B4-BE49-F238E27FC236}">
                          <a16:creationId xmlns:a16="http://schemas.microsoft.com/office/drawing/2014/main" id="{C75304F5-56A2-5354-10FA-F15A46EB8FC6}"/>
                        </a:ext>
                      </a:extLst>
                    </p:cNvPr>
                    <p:cNvCxnSpPr>
                      <a:cxnSpLocks/>
                      <a:endCxn id="43" idx="0"/>
                    </p:cNvCxnSpPr>
                    <p:nvPr/>
                  </p:nvCxnSpPr>
                  <p:spPr>
                    <a:xfrm flipV="1">
                      <a:off x="6096000" y="579120"/>
                      <a:ext cx="0" cy="3802379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2" name="正方形/長方形 61">
                      <a:extLst>
                        <a:ext uri="{FF2B5EF4-FFF2-40B4-BE49-F238E27FC236}">
                          <a16:creationId xmlns:a16="http://schemas.microsoft.com/office/drawing/2014/main" id="{0F674DBD-F6CC-7A68-10B9-9894A2B1E0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91883" y="5334001"/>
                      <a:ext cx="2236889" cy="136621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40" name="正方形/長方形 39">
                    <a:extLst>
                      <a:ext uri="{FF2B5EF4-FFF2-40B4-BE49-F238E27FC236}">
                        <a16:creationId xmlns:a16="http://schemas.microsoft.com/office/drawing/2014/main" id="{BB7166D1-1B6E-5B0B-D793-A25BFB3096C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69798" y="3498149"/>
                    <a:ext cx="370092" cy="249440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27" name="角丸四角形 26">
              <a:extLst>
                <a:ext uri="{FF2B5EF4-FFF2-40B4-BE49-F238E27FC236}">
                  <a16:creationId xmlns:a16="http://schemas.microsoft.com/office/drawing/2014/main" id="{C3909C7F-EE0B-02C0-6991-FD9A1CF097C3}"/>
                </a:ext>
              </a:extLst>
            </p:cNvPr>
            <p:cNvSpPr/>
            <p:nvPr/>
          </p:nvSpPr>
          <p:spPr>
            <a:xfrm>
              <a:off x="6747051" y="4487968"/>
              <a:ext cx="1119363" cy="7159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5312FF03-030E-3F99-DA53-C92BD7C7BC1A}"/>
              </a:ext>
            </a:extLst>
          </p:cNvPr>
          <p:cNvCxnSpPr>
            <a:cxnSpLocks/>
          </p:cNvCxnSpPr>
          <p:nvPr/>
        </p:nvCxnSpPr>
        <p:spPr>
          <a:xfrm>
            <a:off x="1069434" y="3824387"/>
            <a:ext cx="1077585" cy="732983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218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0E60-00C4-9195-4554-4759E9D19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86C132D5-65EA-8FB8-30F8-9C5C4F6710D8}"/>
                  </a:ext>
                </a:extLst>
              </p14:cNvPr>
              <p14:cNvContentPartPr/>
              <p14:nvPr/>
            </p14:nvContentPartPr>
            <p14:xfrm>
              <a:off x="6774960" y="2408640"/>
              <a:ext cx="2160" cy="216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86C132D5-65EA-8FB8-30F8-9C5C4F6710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8840" y="2402520"/>
                <a:ext cx="1440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6D6A171-966E-94FA-4C1E-EE4962C3A45A}"/>
              </a:ext>
            </a:extLst>
          </p:cNvPr>
          <p:cNvGrpSpPr/>
          <p:nvPr/>
        </p:nvGrpSpPr>
        <p:grpSpPr>
          <a:xfrm>
            <a:off x="6709800" y="2520600"/>
            <a:ext cx="2160" cy="360"/>
            <a:chOff x="6709800" y="2520600"/>
            <a:chExt cx="21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23BFB295-C37B-E619-2FBA-379061AAC3EA}"/>
                    </a:ext>
                  </a:extLst>
                </p14:cNvPr>
                <p14:cNvContentPartPr/>
                <p14:nvPr/>
              </p14:nvContentPartPr>
              <p14:xfrm>
                <a:off x="6709800" y="2520600"/>
                <a:ext cx="2160" cy="360"/>
              </p14:xfrm>
            </p:contentPart>
          </mc:Choice>
          <mc:Fallback xmlns=""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23BFB295-C37B-E619-2FBA-379061AAC3E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703680" y="2514480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A7891045-960C-FC6D-A972-827A2054A8A7}"/>
                    </a:ext>
                  </a:extLst>
                </p14:cNvPr>
                <p14:cNvContentPartPr/>
                <p14:nvPr/>
              </p14:nvContentPartPr>
              <p14:xfrm>
                <a:off x="6709800" y="2520600"/>
                <a:ext cx="360" cy="36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A7891045-960C-FC6D-A972-827A2054A8A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03680" y="25144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3976134-AC02-10F1-4022-16AD45887209}"/>
              </a:ext>
            </a:extLst>
          </p:cNvPr>
          <p:cNvGrpSpPr/>
          <p:nvPr/>
        </p:nvGrpSpPr>
        <p:grpSpPr>
          <a:xfrm>
            <a:off x="7712894" y="1952033"/>
            <a:ext cx="3611742" cy="2666104"/>
            <a:chOff x="4492421" y="1744884"/>
            <a:chExt cx="3611742" cy="2666104"/>
          </a:xfrm>
        </p:grpSpPr>
        <p:pic>
          <p:nvPicPr>
            <p:cNvPr id="2" name="図 1">
              <a:extLst>
                <a:ext uri="{FF2B5EF4-FFF2-40B4-BE49-F238E27FC236}">
                  <a16:creationId xmlns:a16="http://schemas.microsoft.com/office/drawing/2014/main" id="{510D44BD-53C4-0731-462F-60156B329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96000" y="2823488"/>
              <a:ext cx="1587500" cy="1587500"/>
            </a:xfrm>
            <a:prstGeom prst="rect">
              <a:avLst/>
            </a:prstGeom>
          </p:spPr>
        </p:pic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6DBE718A-F650-70C0-69AB-949CBD4FE849}"/>
                </a:ext>
              </a:extLst>
            </p:cNvPr>
            <p:cNvSpPr txBox="1"/>
            <p:nvPr/>
          </p:nvSpPr>
          <p:spPr>
            <a:xfrm>
              <a:off x="6202680" y="2255520"/>
              <a:ext cx="19014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楽器</a:t>
              </a:r>
              <a:r>
                <a:rPr kumimoji="1" lang="en-US" altLang="ja-JP" sz="2400" dirty="0"/>
                <a:t>Arduino</a:t>
              </a:r>
              <a:endParaRPr kumimoji="1" lang="ja-JP" altLang="en-US" sz="240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512F026C-7010-6D72-3F5E-B34E9AC96DDF}"/>
                </a:ext>
              </a:extLst>
            </p:cNvPr>
            <p:cNvSpPr/>
            <p:nvPr/>
          </p:nvSpPr>
          <p:spPr>
            <a:xfrm>
              <a:off x="4770120" y="2291358"/>
              <a:ext cx="472440" cy="13258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インク 5">
                  <a:extLst>
                    <a:ext uri="{FF2B5EF4-FFF2-40B4-BE49-F238E27FC236}">
                      <a16:creationId xmlns:a16="http://schemas.microsoft.com/office/drawing/2014/main" id="{92EE2700-DB54-83FF-F9F6-53B1BDA60727}"/>
                    </a:ext>
                  </a:extLst>
                </p14:cNvPr>
                <p14:cNvContentPartPr/>
                <p14:nvPr/>
              </p14:nvContentPartPr>
              <p14:xfrm>
                <a:off x="5267640" y="3136200"/>
                <a:ext cx="1516320" cy="234360"/>
              </p14:xfrm>
            </p:contentPart>
          </mc:Choice>
          <mc:Fallback xmlns="">
            <p:pic>
              <p:nvPicPr>
                <p:cNvPr id="6" name="インク 5">
                  <a:extLst>
                    <a:ext uri="{FF2B5EF4-FFF2-40B4-BE49-F238E27FC236}">
                      <a16:creationId xmlns:a16="http://schemas.microsoft.com/office/drawing/2014/main" id="{92EE2700-DB54-83FF-F9F6-53B1BDA6072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61520" y="3130080"/>
                  <a:ext cx="1528560" cy="2466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311A4F7-5B69-723A-6D25-EBB145A2FBAE}"/>
                </a:ext>
              </a:extLst>
            </p:cNvPr>
            <p:cNvSpPr txBox="1"/>
            <p:nvPr/>
          </p:nvSpPr>
          <p:spPr>
            <a:xfrm>
              <a:off x="4492421" y="1744884"/>
              <a:ext cx="13821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CdS</a:t>
              </a:r>
              <a:r>
                <a:rPr lang="ja-JP" altLang="en-US" sz="2400"/>
                <a:t>セル</a:t>
              </a:r>
              <a:endParaRPr kumimoji="1" lang="ja-JP" altLang="en-US" sz="2400"/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7B46DB2-E4EC-B14E-5DD9-C8BA7DD404B8}"/>
              </a:ext>
            </a:extLst>
          </p:cNvPr>
          <p:cNvSpPr txBox="1"/>
          <p:nvPr/>
        </p:nvSpPr>
        <p:spPr>
          <a:xfrm>
            <a:off x="4992760" y="2100585"/>
            <a:ext cx="2031325" cy="646331"/>
          </a:xfrm>
          <a:prstGeom prst="rect">
            <a:avLst/>
          </a:prstGeom>
          <a:noFill/>
          <a:ln w="381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受光検知</a:t>
            </a:r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4F86318-272A-755E-9127-7755BC111AF3}"/>
              </a:ext>
            </a:extLst>
          </p:cNvPr>
          <p:cNvSpPr txBox="1"/>
          <p:nvPr/>
        </p:nvSpPr>
        <p:spPr>
          <a:xfrm>
            <a:off x="8900122" y="5089406"/>
            <a:ext cx="2208622" cy="523220"/>
          </a:xfrm>
          <a:prstGeom prst="rect">
            <a:avLst/>
          </a:prstGeom>
          <a:noFill/>
          <a:ln w="38100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・</a:t>
            </a:r>
            <a:r>
              <a:rPr kumimoji="1" lang="en-US" altLang="ja-JP" sz="2800" dirty="0"/>
              <a:t>BPM</a:t>
            </a:r>
            <a:r>
              <a:rPr lang="ja-JP" altLang="en-US" sz="2800"/>
              <a:t>情報</a:t>
            </a:r>
            <a:endParaRPr kumimoji="1" lang="ja-JP" altLang="en-US" sz="3600"/>
          </a:p>
        </p:txBody>
      </p:sp>
      <p:sp>
        <p:nvSpPr>
          <p:cNvPr id="39" name="下矢印 38">
            <a:extLst>
              <a:ext uri="{FF2B5EF4-FFF2-40B4-BE49-F238E27FC236}">
                <a16:creationId xmlns:a16="http://schemas.microsoft.com/office/drawing/2014/main" id="{FDC99FD4-2480-EF4B-0396-F148CC253EE9}"/>
              </a:ext>
            </a:extLst>
          </p:cNvPr>
          <p:cNvSpPr/>
          <p:nvPr/>
        </p:nvSpPr>
        <p:spPr>
          <a:xfrm rot="16200000">
            <a:off x="5868065" y="1574903"/>
            <a:ext cx="436315" cy="2871725"/>
          </a:xfrm>
          <a:prstGeom prst="downArrow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角丸四角形 43">
            <a:extLst>
              <a:ext uri="{FF2B5EF4-FFF2-40B4-BE49-F238E27FC236}">
                <a16:creationId xmlns:a16="http://schemas.microsoft.com/office/drawing/2014/main" id="{DD35A8DE-5A8B-D83A-BC9E-B8318272C7EF}"/>
              </a:ext>
            </a:extLst>
          </p:cNvPr>
          <p:cNvSpPr/>
          <p:nvPr/>
        </p:nvSpPr>
        <p:spPr>
          <a:xfrm>
            <a:off x="710706" y="706480"/>
            <a:ext cx="3386769" cy="7769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>
                <a:solidFill>
                  <a:schemeClr val="tx1"/>
                </a:solidFill>
              </a:rPr>
              <a:t>観覧車</a:t>
            </a:r>
            <a:r>
              <a:rPr kumimoji="1" lang="ja-JP" altLang="en-US" sz="2800">
                <a:solidFill>
                  <a:schemeClr val="tx1"/>
                </a:solidFill>
              </a:rPr>
              <a:t>デバイス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sp>
        <p:nvSpPr>
          <p:cNvPr id="45" name="角丸四角形 44">
            <a:extLst>
              <a:ext uri="{FF2B5EF4-FFF2-40B4-BE49-F238E27FC236}">
                <a16:creationId xmlns:a16="http://schemas.microsoft.com/office/drawing/2014/main" id="{1675D9BD-4BB4-5B49-CEBD-C90127DE6DBE}"/>
              </a:ext>
            </a:extLst>
          </p:cNvPr>
          <p:cNvSpPr/>
          <p:nvPr/>
        </p:nvSpPr>
        <p:spPr>
          <a:xfrm>
            <a:off x="8094527" y="652037"/>
            <a:ext cx="3386769" cy="77695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>
                <a:solidFill>
                  <a:schemeClr val="tx1"/>
                </a:solidFill>
              </a:rPr>
              <a:t>楽器デバイス</a:t>
            </a:r>
            <a:endParaRPr kumimoji="1" lang="ja-JP" altLang="en-US" sz="3600">
              <a:solidFill>
                <a:schemeClr val="tx1"/>
              </a:solidFill>
            </a:endParaRPr>
          </a:p>
        </p:txBody>
      </p:sp>
      <p:cxnSp>
        <p:nvCxnSpPr>
          <p:cNvPr id="46" name="曲線コネクタ 45">
            <a:extLst>
              <a:ext uri="{FF2B5EF4-FFF2-40B4-BE49-F238E27FC236}">
                <a16:creationId xmlns:a16="http://schemas.microsoft.com/office/drawing/2014/main" id="{BA9812AD-5597-BAE0-9C1A-307738E753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59566" y="1780657"/>
            <a:ext cx="827898" cy="997790"/>
          </a:xfrm>
          <a:prstGeom prst="curvedConnector4">
            <a:avLst>
              <a:gd name="adj1" fmla="val -27612"/>
              <a:gd name="adj2" fmla="val 137783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9540DEC-21E8-1A2F-A2C5-00FD31D1E423}"/>
              </a:ext>
            </a:extLst>
          </p:cNvPr>
          <p:cNvSpPr txBox="1"/>
          <p:nvPr/>
        </p:nvSpPr>
        <p:spPr>
          <a:xfrm>
            <a:off x="795441" y="6151520"/>
            <a:ext cx="3033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BPM</a:t>
            </a:r>
            <a:r>
              <a:rPr kumimoji="1" lang="ja-JP" altLang="en-US" sz="2400"/>
              <a:t>に合わせて回転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5" name="インク 54">
                <a:extLst>
                  <a:ext uri="{FF2B5EF4-FFF2-40B4-BE49-F238E27FC236}">
                    <a16:creationId xmlns:a16="http://schemas.microsoft.com/office/drawing/2014/main" id="{9F47D942-2210-2160-B14D-990B435961BB}"/>
                  </a:ext>
                </a:extLst>
              </p14:cNvPr>
              <p14:cNvContentPartPr/>
              <p14:nvPr/>
            </p14:nvContentPartPr>
            <p14:xfrm>
              <a:off x="9724800" y="3905520"/>
              <a:ext cx="360" cy="2160"/>
            </p14:xfrm>
          </p:contentPart>
        </mc:Choice>
        <mc:Fallback xmlns="">
          <p:pic>
            <p:nvPicPr>
              <p:cNvPr id="55" name="インク 54">
                <a:extLst>
                  <a:ext uri="{FF2B5EF4-FFF2-40B4-BE49-F238E27FC236}">
                    <a16:creationId xmlns:a16="http://schemas.microsoft.com/office/drawing/2014/main" id="{9F47D942-2210-2160-B14D-990B435961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8680" y="3899400"/>
                <a:ext cx="1260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D43EEEAC-AEDB-3B78-B47B-0B561539EAB9}"/>
              </a:ext>
            </a:extLst>
          </p:cNvPr>
          <p:cNvGrpSpPr/>
          <p:nvPr/>
        </p:nvGrpSpPr>
        <p:grpSpPr>
          <a:xfrm>
            <a:off x="10370280" y="3908040"/>
            <a:ext cx="2520" cy="4320"/>
            <a:chOff x="10370280" y="3908040"/>
            <a:chExt cx="2520" cy="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EDA0E3A2-D9F4-2650-F9A8-C3F69EA3F425}"/>
                    </a:ext>
                  </a:extLst>
                </p14:cNvPr>
                <p14:cNvContentPartPr/>
                <p14:nvPr/>
              </p14:nvContentPartPr>
              <p14:xfrm>
                <a:off x="10370280" y="3908040"/>
                <a:ext cx="2520" cy="4320"/>
              </p14:xfrm>
            </p:contentPart>
          </mc:Choice>
          <mc:Fallback xmlns=""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EDA0E3A2-D9F4-2650-F9A8-C3F69EA3F42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364160" y="3901920"/>
                  <a:ext cx="147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57" name="インク 56">
                  <a:extLst>
                    <a:ext uri="{FF2B5EF4-FFF2-40B4-BE49-F238E27FC236}">
                      <a16:creationId xmlns:a16="http://schemas.microsoft.com/office/drawing/2014/main" id="{04A9C2C6-86E8-57E9-2AC0-58F9EB9E561C}"/>
                    </a:ext>
                  </a:extLst>
                </p14:cNvPr>
                <p14:cNvContentPartPr/>
                <p14:nvPr/>
              </p14:nvContentPartPr>
              <p14:xfrm>
                <a:off x="10370280" y="3912000"/>
                <a:ext cx="360" cy="360"/>
              </p14:xfrm>
            </p:contentPart>
          </mc:Choice>
          <mc:Fallback xmlns="">
            <p:pic>
              <p:nvPicPr>
                <p:cNvPr id="57" name="インク 56">
                  <a:extLst>
                    <a:ext uri="{FF2B5EF4-FFF2-40B4-BE49-F238E27FC236}">
                      <a16:creationId xmlns:a16="http://schemas.microsoft.com/office/drawing/2014/main" id="{04A9C2C6-86E8-57E9-2AC0-58F9EB9E561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64160" y="39058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E0AC424B-EDE3-99A9-53E2-168DA334E5A4}"/>
              </a:ext>
            </a:extLst>
          </p:cNvPr>
          <p:cNvGrpSpPr/>
          <p:nvPr/>
        </p:nvGrpSpPr>
        <p:grpSpPr>
          <a:xfrm>
            <a:off x="4382678" y="4380949"/>
            <a:ext cx="1285929" cy="1780337"/>
            <a:chOff x="128275" y="4365240"/>
            <a:chExt cx="1285929" cy="1780337"/>
          </a:xfrm>
        </p:grpSpPr>
        <p:pic>
          <p:nvPicPr>
            <p:cNvPr id="60" name="図 59">
              <a:extLst>
                <a:ext uri="{FF2B5EF4-FFF2-40B4-BE49-F238E27FC236}">
                  <a16:creationId xmlns:a16="http://schemas.microsoft.com/office/drawing/2014/main" id="{8C9A1D3D-835D-E8EE-377B-75ACBC746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1978" y="4365240"/>
              <a:ext cx="994896" cy="994896"/>
            </a:xfrm>
            <a:prstGeom prst="rect">
              <a:avLst/>
            </a:prstGeom>
          </p:spPr>
        </p:pic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71CD1712-7D39-FBE3-BF72-216FE7971DCA}"/>
                </a:ext>
              </a:extLst>
            </p:cNvPr>
            <p:cNvSpPr txBox="1"/>
            <p:nvPr/>
          </p:nvSpPr>
          <p:spPr>
            <a:xfrm>
              <a:off x="128275" y="5314580"/>
              <a:ext cx="128592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/>
                <a:t>中継機</a:t>
              </a:r>
              <a:endParaRPr lang="en-US" altLang="ja-JP" sz="2400" dirty="0"/>
            </a:p>
            <a:p>
              <a:r>
                <a:rPr kumimoji="1" lang="en-US" altLang="ja-JP" sz="2400" dirty="0"/>
                <a:t>Arduino</a:t>
              </a:r>
              <a:endParaRPr kumimoji="1" lang="ja-JP" altLang="en-US" sz="2400"/>
            </a:p>
          </p:txBody>
        </p:sp>
      </p:grp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9063ED7B-5FE7-4D47-20E7-2DCC7552BE80}"/>
              </a:ext>
            </a:extLst>
          </p:cNvPr>
          <p:cNvCxnSpPr>
            <a:cxnSpLocks/>
            <a:endCxn id="60" idx="1"/>
          </p:cNvCxnSpPr>
          <p:nvPr/>
        </p:nvCxnSpPr>
        <p:spPr>
          <a:xfrm flipV="1">
            <a:off x="3282006" y="4878397"/>
            <a:ext cx="1184375" cy="386741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A208936-A81E-D67F-11A4-3EBA6B02F80D}"/>
              </a:ext>
            </a:extLst>
          </p:cNvPr>
          <p:cNvGrpSpPr/>
          <p:nvPr/>
        </p:nvGrpSpPr>
        <p:grpSpPr>
          <a:xfrm>
            <a:off x="1083256" y="1580933"/>
            <a:ext cx="2539809" cy="4140762"/>
            <a:chOff x="6006251" y="808423"/>
            <a:chExt cx="2756018" cy="4493257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FF0F9DD1-1EEB-52D7-F4A7-425E286CA342}"/>
                </a:ext>
              </a:extLst>
            </p:cNvPr>
            <p:cNvGrpSpPr/>
            <p:nvPr/>
          </p:nvGrpSpPr>
          <p:grpSpPr>
            <a:xfrm>
              <a:off x="6006251" y="867622"/>
              <a:ext cx="2756018" cy="4434058"/>
              <a:chOff x="5888474" y="867622"/>
              <a:chExt cx="2756018" cy="4434058"/>
            </a:xfrm>
          </p:grpSpPr>
          <p:grpSp>
            <p:nvGrpSpPr>
              <p:cNvPr id="23" name="グループ化 22">
                <a:extLst>
                  <a:ext uri="{FF2B5EF4-FFF2-40B4-BE49-F238E27FC236}">
                    <a16:creationId xmlns:a16="http://schemas.microsoft.com/office/drawing/2014/main" id="{46BA5C27-4B15-A7CC-E7FC-0DF4D29238A6}"/>
                  </a:ext>
                </a:extLst>
              </p:cNvPr>
              <p:cNvGrpSpPr/>
              <p:nvPr/>
            </p:nvGrpSpPr>
            <p:grpSpPr>
              <a:xfrm>
                <a:off x="5888474" y="867622"/>
                <a:ext cx="2756018" cy="4434058"/>
                <a:chOff x="4024191" y="1027860"/>
                <a:chExt cx="2756018" cy="4434058"/>
              </a:xfrm>
            </p:grpSpPr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6F2AFFA4-004F-363D-61E9-22B9867A11A0}"/>
                    </a:ext>
                  </a:extLst>
                </p:cNvPr>
                <p:cNvSpPr/>
                <p:nvPr/>
              </p:nvSpPr>
              <p:spPr>
                <a:xfrm rot="10800000">
                  <a:off x="4024191" y="2250985"/>
                  <a:ext cx="370092" cy="249440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30" name="グループ化 29">
                  <a:extLst>
                    <a:ext uri="{FF2B5EF4-FFF2-40B4-BE49-F238E27FC236}">
                      <a16:creationId xmlns:a16="http://schemas.microsoft.com/office/drawing/2014/main" id="{837614BB-29C2-D27C-19EE-0B883AADF509}"/>
                    </a:ext>
                  </a:extLst>
                </p:cNvPr>
                <p:cNvGrpSpPr/>
                <p:nvPr/>
              </p:nvGrpSpPr>
              <p:grpSpPr>
                <a:xfrm>
                  <a:off x="4209236" y="1027860"/>
                  <a:ext cx="2570973" cy="4434058"/>
                  <a:chOff x="4209236" y="1027860"/>
                  <a:chExt cx="2570973" cy="4434058"/>
                </a:xfrm>
              </p:grpSpPr>
              <p:sp>
                <p:nvSpPr>
                  <p:cNvPr id="33" name="正方形/長方形 32">
                    <a:extLst>
                      <a:ext uri="{FF2B5EF4-FFF2-40B4-BE49-F238E27FC236}">
                        <a16:creationId xmlns:a16="http://schemas.microsoft.com/office/drawing/2014/main" id="{6238FC09-B623-1FED-DB70-8E4C9F93A5C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247316" y="1027860"/>
                    <a:ext cx="370092" cy="249440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grpSp>
                <p:nvGrpSpPr>
                  <p:cNvPr id="34" name="グループ化 33">
                    <a:extLst>
                      <a:ext uri="{FF2B5EF4-FFF2-40B4-BE49-F238E27FC236}">
                        <a16:creationId xmlns:a16="http://schemas.microsoft.com/office/drawing/2014/main" id="{F786904D-CEE8-E048-669B-8FE5C934F0DA}"/>
                      </a:ext>
                    </a:extLst>
                  </p:cNvPr>
                  <p:cNvGrpSpPr/>
                  <p:nvPr/>
                </p:nvGrpSpPr>
                <p:grpSpPr>
                  <a:xfrm>
                    <a:off x="4209236" y="1152580"/>
                    <a:ext cx="2570973" cy="4309338"/>
                    <a:chOff x="4209236" y="1152580"/>
                    <a:chExt cx="2570973" cy="4309338"/>
                  </a:xfrm>
                </p:grpSpPr>
                <p:grpSp>
                  <p:nvGrpSpPr>
                    <p:cNvPr id="35" name="グループ化 34">
                      <a:extLst>
                        <a:ext uri="{FF2B5EF4-FFF2-40B4-BE49-F238E27FC236}">
                          <a16:creationId xmlns:a16="http://schemas.microsoft.com/office/drawing/2014/main" id="{3F6F6C26-7089-805A-99ED-D6D5198798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09236" y="1152580"/>
                      <a:ext cx="2570973" cy="4309338"/>
                      <a:chOff x="4358638" y="579120"/>
                      <a:chExt cx="3651878" cy="6121100"/>
                    </a:xfrm>
                  </p:grpSpPr>
                  <p:sp>
                    <p:nvSpPr>
                      <p:cNvPr id="49" name="正方形/長方形 48">
                        <a:extLst>
                          <a:ext uri="{FF2B5EF4-FFF2-40B4-BE49-F238E27FC236}">
                            <a16:creationId xmlns:a16="http://schemas.microsoft.com/office/drawing/2014/main" id="{0BD5E35A-D26E-8B6F-7846-DD34F87B1EEB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7484828" y="2155053"/>
                        <a:ext cx="525688" cy="354311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50" name="フローチャート: 手作業 49">
                        <a:extLst>
                          <a:ext uri="{FF2B5EF4-FFF2-40B4-BE49-F238E27FC236}">
                            <a16:creationId xmlns:a16="http://schemas.microsoft.com/office/drawing/2014/main" id="{D9E317A1-E1C7-94B0-D534-15F17B121947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5638801" y="2849889"/>
                        <a:ext cx="914400" cy="2484111"/>
                      </a:xfrm>
                      <a:prstGeom prst="flowChartManualOperation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51" name="円/楕円 50">
                        <a:extLst>
                          <a:ext uri="{FF2B5EF4-FFF2-40B4-BE49-F238E27FC236}">
                            <a16:creationId xmlns:a16="http://schemas.microsoft.com/office/drawing/2014/main" id="{959B425D-601C-1625-4801-4A20CC6895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58639" y="579120"/>
                        <a:ext cx="3474721" cy="347472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cxnSp>
                    <p:nvCxnSpPr>
                      <p:cNvPr id="52" name="直線コネクタ 51">
                        <a:extLst>
                          <a:ext uri="{FF2B5EF4-FFF2-40B4-BE49-F238E27FC236}">
                            <a16:creationId xmlns:a16="http://schemas.microsoft.com/office/drawing/2014/main" id="{058097DF-DD81-9113-6A4D-2B783F3BAA56}"/>
                          </a:ext>
                        </a:extLst>
                      </p:cNvPr>
                      <p:cNvCxnSpPr>
                        <a:cxnSpLocks/>
                        <a:stCxn id="51" idx="2"/>
                        <a:endCxn id="51" idx="6"/>
                      </p:cNvCxnSpPr>
                      <p:nvPr/>
                    </p:nvCxnSpPr>
                    <p:spPr>
                      <a:xfrm>
                        <a:off x="4358638" y="2316480"/>
                        <a:ext cx="3474722" cy="0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4" name="直線コネクタ 53">
                        <a:extLst>
                          <a:ext uri="{FF2B5EF4-FFF2-40B4-BE49-F238E27FC236}">
                            <a16:creationId xmlns:a16="http://schemas.microsoft.com/office/drawing/2014/main" id="{359B4501-5C2F-CA2D-7E29-06FCE0B9D637}"/>
                          </a:ext>
                        </a:extLst>
                      </p:cNvPr>
                      <p:cNvCxnSpPr>
                        <a:cxnSpLocks/>
                        <a:endCxn id="51" idx="0"/>
                      </p:cNvCxnSpPr>
                      <p:nvPr/>
                    </p:nvCxnSpPr>
                    <p:spPr>
                      <a:xfrm flipV="1">
                        <a:off x="6096000" y="579120"/>
                        <a:ext cx="0" cy="3802379"/>
                      </a:xfrm>
                      <a:prstGeom prst="line">
                        <a:avLst/>
                      </a:prstGeom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5" name="正方形/長方形 64">
                        <a:extLst>
                          <a:ext uri="{FF2B5EF4-FFF2-40B4-BE49-F238E27FC236}">
                            <a16:creationId xmlns:a16="http://schemas.microsoft.com/office/drawing/2014/main" id="{544E8A7B-931A-2AAE-53E3-1603C0AE2B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91883" y="5334001"/>
                        <a:ext cx="2236889" cy="1366219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sp>
                  <p:nvSpPr>
                    <p:cNvPr id="48" name="正方形/長方形 47">
                      <a:extLst>
                        <a:ext uri="{FF2B5EF4-FFF2-40B4-BE49-F238E27FC236}">
                          <a16:creationId xmlns:a16="http://schemas.microsoft.com/office/drawing/2014/main" id="{083E2FC6-ED61-EF53-6DEF-A2983B5E32DA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5269798" y="3498149"/>
                      <a:ext cx="370092" cy="249440"/>
                    </a:xfrm>
                    <a:prstGeom prst="rect">
                      <a:avLst/>
                    </a:prstGeom>
                    <a:solidFill>
                      <a:srgbClr val="92D05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</p:grpSp>
          <p:sp>
            <p:nvSpPr>
              <p:cNvPr id="24" name="角丸四角形 23">
                <a:extLst>
                  <a:ext uri="{FF2B5EF4-FFF2-40B4-BE49-F238E27FC236}">
                    <a16:creationId xmlns:a16="http://schemas.microsoft.com/office/drawing/2014/main" id="{EEC39EB1-A002-CBC5-BCD7-802F71318198}"/>
                  </a:ext>
                </a:extLst>
              </p:cNvPr>
              <p:cNvSpPr/>
              <p:nvPr/>
            </p:nvSpPr>
            <p:spPr>
              <a:xfrm>
                <a:off x="6974771" y="4462801"/>
                <a:ext cx="715920" cy="71592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1F0000B1-9A29-25CC-51D6-F7868749C782}"/>
                </a:ext>
              </a:extLst>
            </p:cNvPr>
            <p:cNvGrpSpPr/>
            <p:nvPr/>
          </p:nvGrpSpPr>
          <p:grpSpPr>
            <a:xfrm rot="2833922">
              <a:off x="6010137" y="834814"/>
              <a:ext cx="2759664" cy="2706882"/>
              <a:chOff x="1762041" y="1593394"/>
              <a:chExt cx="2759664" cy="2706882"/>
            </a:xfrm>
          </p:grpSpPr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027D2611-B658-5993-ED93-15A5555E6F53}"/>
                  </a:ext>
                </a:extLst>
              </p:cNvPr>
              <p:cNvSpPr/>
              <p:nvPr/>
            </p:nvSpPr>
            <p:spPr>
              <a:xfrm rot="10800000">
                <a:off x="1762041" y="2827593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0A23C4BC-45D8-57BF-0EDD-3D6E055B7238}"/>
                  </a:ext>
                </a:extLst>
              </p:cNvPr>
              <p:cNvSpPr/>
              <p:nvPr/>
            </p:nvSpPr>
            <p:spPr>
              <a:xfrm rot="10800000">
                <a:off x="2988812" y="1593394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F1C46BCF-144B-B1CF-F0A1-F6AC172F4F55}"/>
                  </a:ext>
                </a:extLst>
              </p:cNvPr>
              <p:cNvSpPr/>
              <p:nvPr/>
            </p:nvSpPr>
            <p:spPr>
              <a:xfrm rot="10800000">
                <a:off x="2988812" y="4050836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正方形/長方形 18">
                <a:extLst>
                  <a:ext uri="{FF2B5EF4-FFF2-40B4-BE49-F238E27FC236}">
                    <a16:creationId xmlns:a16="http://schemas.microsoft.com/office/drawing/2014/main" id="{E9EB4DF7-B4CF-A233-FDFE-98260ACA1FD4}"/>
                  </a:ext>
                </a:extLst>
              </p:cNvPr>
              <p:cNvSpPr/>
              <p:nvPr/>
            </p:nvSpPr>
            <p:spPr>
              <a:xfrm rot="10800000">
                <a:off x="4151613" y="2827592"/>
                <a:ext cx="370092" cy="249440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0" name="グループ化 19">
                <a:extLst>
                  <a:ext uri="{FF2B5EF4-FFF2-40B4-BE49-F238E27FC236}">
                    <a16:creationId xmlns:a16="http://schemas.microsoft.com/office/drawing/2014/main" id="{BB8B33E6-E90B-871C-2807-213F9654B7D2}"/>
                  </a:ext>
                </a:extLst>
              </p:cNvPr>
              <p:cNvGrpSpPr/>
              <p:nvPr/>
            </p:nvGrpSpPr>
            <p:grpSpPr>
              <a:xfrm>
                <a:off x="1950732" y="1718114"/>
                <a:ext cx="2446252" cy="2446249"/>
                <a:chOff x="1950732" y="1718114"/>
                <a:chExt cx="2446252" cy="2446249"/>
              </a:xfrm>
            </p:grpSpPr>
            <p:cxnSp>
              <p:nvCxnSpPr>
                <p:cNvPr id="21" name="直線コネクタ 20">
                  <a:extLst>
                    <a:ext uri="{FF2B5EF4-FFF2-40B4-BE49-F238E27FC236}">
                      <a16:creationId xmlns:a16="http://schemas.microsoft.com/office/drawing/2014/main" id="{AF73D6F2-0386-4824-D594-7E5C11F9E7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50732" y="2941239"/>
                  <a:ext cx="244625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線コネクタ 21">
                  <a:extLst>
                    <a:ext uri="{FF2B5EF4-FFF2-40B4-BE49-F238E27FC236}">
                      <a16:creationId xmlns:a16="http://schemas.microsoft.com/office/drawing/2014/main" id="{99930B6C-CCDC-8212-1D7B-27C43D355E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73858" y="1718114"/>
                  <a:ext cx="0" cy="244624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660176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400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85B1E673-33E5-4101-F303-D5578F79D1D6}"/>
              </a:ext>
            </a:extLst>
          </p:cNvPr>
          <p:cNvGrpSpPr/>
          <p:nvPr/>
        </p:nvGrpSpPr>
        <p:grpSpPr>
          <a:xfrm>
            <a:off x="731520" y="132695"/>
            <a:ext cx="4663440" cy="6390025"/>
            <a:chOff x="731520" y="132695"/>
            <a:chExt cx="4663440" cy="6390025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6A589E79-48A7-B5E3-5058-298AC7C18A65}"/>
                </a:ext>
              </a:extLst>
            </p:cNvPr>
            <p:cNvSpPr/>
            <p:nvPr/>
          </p:nvSpPr>
          <p:spPr>
            <a:xfrm>
              <a:off x="731520" y="594360"/>
              <a:ext cx="4663440" cy="5928360"/>
            </a:xfrm>
            <a:prstGeom prst="round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4C859A78-94C0-0DEB-AC35-E02D3DAEEDFD}"/>
                </a:ext>
              </a:extLst>
            </p:cNvPr>
            <p:cNvSpPr txBox="1"/>
            <p:nvPr/>
          </p:nvSpPr>
          <p:spPr>
            <a:xfrm>
              <a:off x="2047577" y="132695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指揮デバイス</a:t>
              </a:r>
            </a:p>
          </p:txBody>
        </p:sp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B731D8D6-B5E5-A286-AC79-10E0A90E3387}"/>
                </a:ext>
              </a:extLst>
            </p:cNvPr>
            <p:cNvSpPr/>
            <p:nvPr/>
          </p:nvSpPr>
          <p:spPr>
            <a:xfrm>
              <a:off x="3737888" y="2918460"/>
              <a:ext cx="1386840" cy="64008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solidFill>
                    <a:schemeClr val="tx1"/>
                  </a:solidFill>
                </a:rPr>
                <a:t>Arduino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24FA37E6-F51D-3749-667B-E0EBAA7CB210}"/>
                </a:ext>
              </a:extLst>
            </p:cNvPr>
            <p:cNvSpPr/>
            <p:nvPr/>
          </p:nvSpPr>
          <p:spPr>
            <a:xfrm>
              <a:off x="1203960" y="1056025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>
                  <a:solidFill>
                    <a:schemeClr val="tx1"/>
                  </a:solidFill>
                </a:rPr>
                <a:t>加速度センサ</a:t>
              </a:r>
            </a:p>
          </p:txBody>
        </p:sp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70368360-DA37-24DE-6115-5C7DCF58E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1852" y="3749040"/>
              <a:ext cx="1138912" cy="1138912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6F75A88B-6121-13FD-5113-6C118200E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3960" y="1959815"/>
              <a:ext cx="1151019" cy="795635"/>
            </a:xfrm>
            <a:prstGeom prst="rect">
              <a:avLst/>
            </a:prstGeom>
          </p:spPr>
        </p:pic>
        <p:sp>
          <p:nvSpPr>
            <p:cNvPr id="10" name="下矢印 9">
              <a:extLst>
                <a:ext uri="{FF2B5EF4-FFF2-40B4-BE49-F238E27FC236}">
                  <a16:creationId xmlns:a16="http://schemas.microsoft.com/office/drawing/2014/main" id="{2DA84306-BBEF-9320-E802-25D6DA3F31EC}"/>
                </a:ext>
              </a:extLst>
            </p:cNvPr>
            <p:cNvSpPr/>
            <p:nvPr/>
          </p:nvSpPr>
          <p:spPr>
            <a:xfrm rot="18681791">
              <a:off x="2782905" y="2042320"/>
              <a:ext cx="560667" cy="754167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B98E14BF-655A-30C5-AA14-C53C1E854501}"/>
                </a:ext>
              </a:extLst>
            </p:cNvPr>
            <p:cNvSpPr txBox="1"/>
            <p:nvPr/>
          </p:nvSpPr>
          <p:spPr>
            <a:xfrm>
              <a:off x="1779469" y="2962304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/>
                <a:t>振り動作を検知</a:t>
              </a:r>
              <a:endParaRPr kumimoji="1" lang="ja-JP" altLang="en-US"/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C2E94B36-3A63-5FE1-FB9A-9175FC1B574A}"/>
                </a:ext>
              </a:extLst>
            </p:cNvPr>
            <p:cNvSpPr/>
            <p:nvPr/>
          </p:nvSpPr>
          <p:spPr>
            <a:xfrm>
              <a:off x="1203960" y="3793301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dirty="0">
                  <a:solidFill>
                    <a:schemeClr val="tx1"/>
                  </a:solidFill>
                </a:rPr>
                <a:t>BPM</a:t>
              </a:r>
            </a:p>
            <a:p>
              <a:pPr algn="ctr"/>
              <a:r>
                <a:rPr lang="ja-JP" altLang="en-US" sz="2400">
                  <a:solidFill>
                    <a:schemeClr val="tx1"/>
                  </a:solidFill>
                </a:rPr>
                <a:t>変更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7" name="角丸四角形 16">
              <a:extLst>
                <a:ext uri="{FF2B5EF4-FFF2-40B4-BE49-F238E27FC236}">
                  <a16:creationId xmlns:a16="http://schemas.microsoft.com/office/drawing/2014/main" id="{6CB1E212-1551-2F11-6DF9-BD57A5C36BC7}"/>
                </a:ext>
              </a:extLst>
            </p:cNvPr>
            <p:cNvSpPr/>
            <p:nvPr/>
          </p:nvSpPr>
          <p:spPr>
            <a:xfrm>
              <a:off x="1203960" y="5006341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>
                  <a:solidFill>
                    <a:schemeClr val="tx1"/>
                  </a:solidFill>
                </a:rPr>
                <a:t>音量</a:t>
              </a:r>
              <a:endParaRPr lang="en-US" altLang="ja-JP" sz="2400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2400">
                  <a:solidFill>
                    <a:schemeClr val="tx1"/>
                  </a:solidFill>
                </a:rPr>
                <a:t>変更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9" name="下矢印 18">
              <a:extLst>
                <a:ext uri="{FF2B5EF4-FFF2-40B4-BE49-F238E27FC236}">
                  <a16:creationId xmlns:a16="http://schemas.microsoft.com/office/drawing/2014/main" id="{3BA73E0E-D496-A6E4-EDA3-6B8E31620DEE}"/>
                </a:ext>
              </a:extLst>
            </p:cNvPr>
            <p:cNvSpPr/>
            <p:nvPr/>
          </p:nvSpPr>
          <p:spPr>
            <a:xfrm rot="14456593">
              <a:off x="2991780" y="4388690"/>
              <a:ext cx="560667" cy="754167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58AF12C6-9A68-47FE-36EE-E1F8AD1C2061}"/>
                </a:ext>
              </a:extLst>
            </p:cNvPr>
            <p:cNvSpPr txBox="1"/>
            <p:nvPr/>
          </p:nvSpPr>
          <p:spPr>
            <a:xfrm>
              <a:off x="2771153" y="5231112"/>
              <a:ext cx="15696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ユーザによる</a:t>
              </a:r>
              <a:endParaRPr kumimoji="1" lang="en-US" altLang="ja-JP" dirty="0"/>
            </a:p>
            <a:p>
              <a:pPr algn="ctr"/>
              <a:r>
                <a:rPr lang="ja-JP" altLang="en-US"/>
                <a:t>操作</a:t>
              </a:r>
              <a:endParaRPr kumimoji="1" lang="ja-JP" altLang="en-US"/>
            </a:p>
          </p:txBody>
        </p:sp>
      </p:grpSp>
      <p:sp>
        <p:nvSpPr>
          <p:cNvPr id="21" name="下矢印 20">
            <a:extLst>
              <a:ext uri="{FF2B5EF4-FFF2-40B4-BE49-F238E27FC236}">
                <a16:creationId xmlns:a16="http://schemas.microsoft.com/office/drawing/2014/main" id="{EFE8B5C9-F662-1368-FD95-01EFA9B816A7}"/>
              </a:ext>
            </a:extLst>
          </p:cNvPr>
          <p:cNvSpPr/>
          <p:nvPr/>
        </p:nvSpPr>
        <p:spPr>
          <a:xfrm rot="16200000">
            <a:off x="5563153" y="2657766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8E99C171-6CDD-52A6-A1C5-FDC7A9A1FCA6}"/>
              </a:ext>
            </a:extLst>
          </p:cNvPr>
          <p:cNvSpPr/>
          <p:nvPr/>
        </p:nvSpPr>
        <p:spPr>
          <a:xfrm>
            <a:off x="8884151" y="122319"/>
            <a:ext cx="1386752" cy="6354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solidFill>
                  <a:schemeClr val="tx1"/>
                </a:solidFill>
              </a:rPr>
              <a:t>演奏開始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20741393-B022-C674-01F9-6EA7A2907907}"/>
              </a:ext>
            </a:extLst>
          </p:cNvPr>
          <p:cNvGrpSpPr/>
          <p:nvPr/>
        </p:nvGrpSpPr>
        <p:grpSpPr>
          <a:xfrm>
            <a:off x="7177716" y="768111"/>
            <a:ext cx="4838625" cy="1908466"/>
            <a:chOff x="6613360" y="799649"/>
            <a:chExt cx="4838625" cy="1908466"/>
          </a:xfrm>
        </p:grpSpPr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90D49DB4-3737-EE9E-06F5-0D9E2FDD71DD}"/>
                </a:ext>
              </a:extLst>
            </p:cNvPr>
            <p:cNvGrpSpPr/>
            <p:nvPr/>
          </p:nvGrpSpPr>
          <p:grpSpPr>
            <a:xfrm>
              <a:off x="6613360" y="799649"/>
              <a:ext cx="1138912" cy="1612957"/>
              <a:chOff x="8105925" y="712748"/>
              <a:chExt cx="1138912" cy="1612957"/>
            </a:xfrm>
          </p:grpSpPr>
          <p:pic>
            <p:nvPicPr>
              <p:cNvPr id="28" name="図 27">
                <a:extLst>
                  <a:ext uri="{FF2B5EF4-FFF2-40B4-BE49-F238E27FC236}">
                    <a16:creationId xmlns:a16="http://schemas.microsoft.com/office/drawing/2014/main" id="{4C5E09BB-CC1B-E8BF-4B6F-85761EB4A2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05925" y="712748"/>
                <a:ext cx="1138912" cy="1138912"/>
              </a:xfrm>
              <a:prstGeom prst="rect">
                <a:avLst/>
              </a:prstGeom>
            </p:spPr>
          </p:pic>
          <p:pic>
            <p:nvPicPr>
              <p:cNvPr id="32" name="図 31">
                <a:extLst>
                  <a:ext uri="{FF2B5EF4-FFF2-40B4-BE49-F238E27FC236}">
                    <a16:creationId xmlns:a16="http://schemas.microsoft.com/office/drawing/2014/main" id="{358DA4A0-AB2E-94AC-AB28-3B40B93769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23581" y="1775117"/>
                <a:ext cx="798562" cy="550588"/>
              </a:xfrm>
              <a:prstGeom prst="rect">
                <a:avLst/>
              </a:prstGeom>
            </p:spPr>
          </p:pic>
        </p:grp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4CFAC9B9-F2FE-1CDB-56AE-4F4FFBCF2149}"/>
                </a:ext>
              </a:extLst>
            </p:cNvPr>
            <p:cNvGrpSpPr/>
            <p:nvPr/>
          </p:nvGrpSpPr>
          <p:grpSpPr>
            <a:xfrm>
              <a:off x="7769928" y="843753"/>
              <a:ext cx="1151372" cy="1643735"/>
              <a:chOff x="9257297" y="911499"/>
              <a:chExt cx="1151372" cy="1643735"/>
            </a:xfrm>
          </p:grpSpPr>
          <p:pic>
            <p:nvPicPr>
              <p:cNvPr id="33" name="図 32">
                <a:extLst>
                  <a:ext uri="{FF2B5EF4-FFF2-40B4-BE49-F238E27FC236}">
                    <a16:creationId xmlns:a16="http://schemas.microsoft.com/office/drawing/2014/main" id="{EC5C6F81-5E7D-546E-FEDB-E84C4D0A88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57297" y="911499"/>
                <a:ext cx="1138912" cy="1138912"/>
              </a:xfrm>
              <a:prstGeom prst="rect">
                <a:avLst/>
              </a:prstGeom>
            </p:spPr>
          </p:pic>
          <p:pic>
            <p:nvPicPr>
              <p:cNvPr id="35" name="図 34">
                <a:extLst>
                  <a:ext uri="{FF2B5EF4-FFF2-40B4-BE49-F238E27FC236}">
                    <a16:creationId xmlns:a16="http://schemas.microsoft.com/office/drawing/2014/main" id="{A04E5DE4-69C7-C8D1-872F-67844E252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10107" y="1959815"/>
                <a:ext cx="798562" cy="595419"/>
              </a:xfrm>
              <a:prstGeom prst="rect">
                <a:avLst/>
              </a:prstGeom>
            </p:spPr>
          </p:pic>
        </p:grpSp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0ED8F45C-8FF1-13B4-A270-0F35DEAB1E9F}"/>
                </a:ext>
              </a:extLst>
            </p:cNvPr>
            <p:cNvGrpSpPr/>
            <p:nvPr/>
          </p:nvGrpSpPr>
          <p:grpSpPr>
            <a:xfrm>
              <a:off x="9013171" y="843753"/>
              <a:ext cx="1131235" cy="1864362"/>
              <a:chOff x="9013171" y="843753"/>
              <a:chExt cx="1131235" cy="1864362"/>
            </a:xfrm>
          </p:grpSpPr>
          <p:pic>
            <p:nvPicPr>
              <p:cNvPr id="40" name="図 39">
                <a:extLst>
                  <a:ext uri="{FF2B5EF4-FFF2-40B4-BE49-F238E27FC236}">
                    <a16:creationId xmlns:a16="http://schemas.microsoft.com/office/drawing/2014/main" id="{A43170FF-36BC-6209-C14D-94027E6FA1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13171" y="843753"/>
                <a:ext cx="1131235" cy="1131235"/>
              </a:xfrm>
              <a:prstGeom prst="rect">
                <a:avLst/>
              </a:prstGeom>
            </p:spPr>
          </p:pic>
          <p:pic>
            <p:nvPicPr>
              <p:cNvPr id="39" name="図 38">
                <a:extLst>
                  <a:ext uri="{FF2B5EF4-FFF2-40B4-BE49-F238E27FC236}">
                    <a16:creationId xmlns:a16="http://schemas.microsoft.com/office/drawing/2014/main" id="{7E188758-EBBC-D92F-5B7D-49E9526204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0893407">
                <a:off x="9138152" y="1729707"/>
                <a:ext cx="978408" cy="978408"/>
              </a:xfrm>
              <a:prstGeom prst="rect">
                <a:avLst/>
              </a:prstGeom>
            </p:spPr>
          </p:pic>
        </p:grpSp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C48B75FA-ACB2-D89D-6B5B-C29BE12C5CCD}"/>
                </a:ext>
              </a:extLst>
            </p:cNvPr>
            <p:cNvGrpSpPr/>
            <p:nvPr/>
          </p:nvGrpSpPr>
          <p:grpSpPr>
            <a:xfrm>
              <a:off x="10271710" y="820903"/>
              <a:ext cx="1180275" cy="1792264"/>
              <a:chOff x="10271710" y="820903"/>
              <a:chExt cx="1180275" cy="1792264"/>
            </a:xfrm>
          </p:grpSpPr>
          <p:pic>
            <p:nvPicPr>
              <p:cNvPr id="44" name="図 43">
                <a:extLst>
                  <a:ext uri="{FF2B5EF4-FFF2-40B4-BE49-F238E27FC236}">
                    <a16:creationId xmlns:a16="http://schemas.microsoft.com/office/drawing/2014/main" id="{36CFFA7F-678D-FA8F-DBE8-EDAE6F8409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71710" y="820903"/>
                <a:ext cx="1138912" cy="1138912"/>
              </a:xfrm>
              <a:prstGeom prst="rect">
                <a:avLst/>
              </a:prstGeom>
            </p:spPr>
          </p:pic>
          <p:pic>
            <p:nvPicPr>
              <p:cNvPr id="43" name="図 42">
                <a:extLst>
                  <a:ext uri="{FF2B5EF4-FFF2-40B4-BE49-F238E27FC236}">
                    <a16:creationId xmlns:a16="http://schemas.microsoft.com/office/drawing/2014/main" id="{D634F258-0949-C788-F503-17E14F6C5D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1546147">
                <a:off x="10494015" y="1655197"/>
                <a:ext cx="957970" cy="957970"/>
              </a:xfrm>
              <a:prstGeom prst="rect">
                <a:avLst/>
              </a:prstGeom>
            </p:spPr>
          </p:pic>
        </p:grpSp>
      </p:grpSp>
      <p:cxnSp>
        <p:nvCxnSpPr>
          <p:cNvPr id="47" name="曲線コネクタ 46">
            <a:extLst>
              <a:ext uri="{FF2B5EF4-FFF2-40B4-BE49-F238E27FC236}">
                <a16:creationId xmlns:a16="http://schemas.microsoft.com/office/drawing/2014/main" id="{5FA97176-C0E1-858E-6DB7-437EA0F9F7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10482" y="4459427"/>
            <a:ext cx="601389" cy="724799"/>
          </a:xfrm>
          <a:prstGeom prst="curvedConnector4">
            <a:avLst>
              <a:gd name="adj1" fmla="val -27612"/>
              <a:gd name="adj2" fmla="val 137783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BB8650B6-F4ED-5CAB-5DA5-AAD30860BCF9}"/>
              </a:ext>
            </a:extLst>
          </p:cNvPr>
          <p:cNvGrpSpPr/>
          <p:nvPr/>
        </p:nvGrpSpPr>
        <p:grpSpPr>
          <a:xfrm>
            <a:off x="7137876" y="4503786"/>
            <a:ext cx="1218158" cy="1403495"/>
            <a:chOff x="8885694" y="1414616"/>
            <a:chExt cx="1676970" cy="1932112"/>
          </a:xfrm>
        </p:grpSpPr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F955A72C-E285-4C42-9D5A-ADF2D8E27B7A}"/>
                </a:ext>
              </a:extLst>
            </p:cNvPr>
            <p:cNvGrpSpPr/>
            <p:nvPr/>
          </p:nvGrpSpPr>
          <p:grpSpPr>
            <a:xfrm>
              <a:off x="8885694" y="1414616"/>
              <a:ext cx="1676970" cy="1932112"/>
              <a:chOff x="3802380" y="83958"/>
              <a:chExt cx="4556757" cy="5250042"/>
            </a:xfrm>
          </p:grpSpPr>
          <p:sp>
            <p:nvSpPr>
              <p:cNvPr id="51" name="フローチャート: 手作業 50">
                <a:extLst>
                  <a:ext uri="{FF2B5EF4-FFF2-40B4-BE49-F238E27FC236}">
                    <a16:creationId xmlns:a16="http://schemas.microsoft.com/office/drawing/2014/main" id="{5DCC138C-B2B8-12BA-D6DE-ACC17CDF75E2}"/>
                  </a:ext>
                </a:extLst>
              </p:cNvPr>
              <p:cNvSpPr/>
              <p:nvPr/>
            </p:nvSpPr>
            <p:spPr>
              <a:xfrm rot="10800000">
                <a:off x="5638800" y="2849889"/>
                <a:ext cx="914400" cy="248411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2" name="円/楕円 51">
                <a:extLst>
                  <a:ext uri="{FF2B5EF4-FFF2-40B4-BE49-F238E27FC236}">
                    <a16:creationId xmlns:a16="http://schemas.microsoft.com/office/drawing/2014/main" id="{FD8348CD-90B4-C772-3828-84B15C4BDB49}"/>
                  </a:ext>
                </a:extLst>
              </p:cNvPr>
              <p:cNvSpPr/>
              <p:nvPr/>
            </p:nvSpPr>
            <p:spPr>
              <a:xfrm>
                <a:off x="4358639" y="579120"/>
                <a:ext cx="3474720" cy="34747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3" name="直線コネクタ 52">
                <a:extLst>
                  <a:ext uri="{FF2B5EF4-FFF2-40B4-BE49-F238E27FC236}">
                    <a16:creationId xmlns:a16="http://schemas.microsoft.com/office/drawing/2014/main" id="{DA889D1A-C32B-C95C-94F6-BFECAF707A47}"/>
                  </a:ext>
                </a:extLst>
              </p:cNvPr>
              <p:cNvCxnSpPr>
                <a:stCxn id="52" idx="2"/>
                <a:endCxn id="52" idx="6"/>
              </p:cNvCxnSpPr>
              <p:nvPr/>
            </p:nvCxnSpPr>
            <p:spPr>
              <a:xfrm>
                <a:off x="4358639" y="2316480"/>
                <a:ext cx="347472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コネクタ 53">
                <a:extLst>
                  <a:ext uri="{FF2B5EF4-FFF2-40B4-BE49-F238E27FC236}">
                    <a16:creationId xmlns:a16="http://schemas.microsoft.com/office/drawing/2014/main" id="{6ED5A2B9-4BAD-53D4-679B-250B145A203A}"/>
                  </a:ext>
                </a:extLst>
              </p:cNvPr>
              <p:cNvCxnSpPr>
                <a:cxnSpLocks/>
                <a:endCxn id="52" idx="0"/>
              </p:cNvCxnSpPr>
              <p:nvPr/>
            </p:nvCxnSpPr>
            <p:spPr>
              <a:xfrm flipV="1">
                <a:off x="6095999" y="579120"/>
                <a:ext cx="0" cy="38023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9B43F3CE-5A76-BF78-D324-9EFA63E5D6FA}"/>
                  </a:ext>
                </a:extLst>
              </p:cNvPr>
              <p:cNvSpPr/>
              <p:nvPr/>
            </p:nvSpPr>
            <p:spPr>
              <a:xfrm>
                <a:off x="3802380" y="2232660"/>
                <a:ext cx="1112518" cy="1676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FEC2A70A-38F4-FA0E-9B84-D55973B20EC4}"/>
                  </a:ext>
                </a:extLst>
              </p:cNvPr>
              <p:cNvSpPr/>
              <p:nvPr/>
            </p:nvSpPr>
            <p:spPr>
              <a:xfrm>
                <a:off x="5539740" y="4008126"/>
                <a:ext cx="1112518" cy="1676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D5DCB53B-1C49-81CE-8E8B-3A6A4E678181}"/>
                  </a:ext>
                </a:extLst>
              </p:cNvPr>
              <p:cNvSpPr/>
              <p:nvPr/>
            </p:nvSpPr>
            <p:spPr>
              <a:xfrm>
                <a:off x="7246619" y="2232660"/>
                <a:ext cx="1112518" cy="1676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5CB21A40-A094-BAF7-02F0-B0544BDD0E3E}"/>
                  </a:ext>
                </a:extLst>
              </p:cNvPr>
              <p:cNvSpPr/>
              <p:nvPr/>
            </p:nvSpPr>
            <p:spPr>
              <a:xfrm>
                <a:off x="5539740" y="579120"/>
                <a:ext cx="1112518" cy="1676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7FE34A41-5726-4E42-5C96-18761A98D5D9}"/>
                  </a:ext>
                </a:extLst>
              </p:cNvPr>
              <p:cNvSpPr/>
              <p:nvPr/>
            </p:nvSpPr>
            <p:spPr>
              <a:xfrm rot="5400000">
                <a:off x="4131982" y="1792661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0" name="正方形/長方形 59">
                <a:extLst>
                  <a:ext uri="{FF2B5EF4-FFF2-40B4-BE49-F238E27FC236}">
                    <a16:creationId xmlns:a16="http://schemas.microsoft.com/office/drawing/2014/main" id="{D7FDA4B2-26CA-6C09-8812-DEB55D317A06}"/>
                  </a:ext>
                </a:extLst>
              </p:cNvPr>
              <p:cNvSpPr/>
              <p:nvPr/>
            </p:nvSpPr>
            <p:spPr>
              <a:xfrm rot="5400000">
                <a:off x="5833155" y="3560406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B41EBC82-91E1-25F8-E964-3B88AA669371}"/>
                  </a:ext>
                </a:extLst>
              </p:cNvPr>
              <p:cNvSpPr/>
              <p:nvPr/>
            </p:nvSpPr>
            <p:spPr>
              <a:xfrm rot="5400000">
                <a:off x="7534328" y="1792661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815997AC-BCB4-A522-F9CE-692ED83CDDAD}"/>
                  </a:ext>
                </a:extLst>
              </p:cNvPr>
              <p:cNvSpPr/>
              <p:nvPr/>
            </p:nvSpPr>
            <p:spPr>
              <a:xfrm rot="5400000">
                <a:off x="5833155" y="169646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0" name="角丸四角形 49">
              <a:extLst>
                <a:ext uri="{FF2B5EF4-FFF2-40B4-BE49-F238E27FC236}">
                  <a16:creationId xmlns:a16="http://schemas.microsoft.com/office/drawing/2014/main" id="{52ED4405-4C28-E951-A256-3A624506150C}"/>
                </a:ext>
              </a:extLst>
            </p:cNvPr>
            <p:cNvSpPr/>
            <p:nvPr/>
          </p:nvSpPr>
          <p:spPr>
            <a:xfrm>
              <a:off x="9541921" y="2014359"/>
              <a:ext cx="432551" cy="43255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4" name="角丸四角形 63">
            <a:extLst>
              <a:ext uri="{FF2B5EF4-FFF2-40B4-BE49-F238E27FC236}">
                <a16:creationId xmlns:a16="http://schemas.microsoft.com/office/drawing/2014/main" id="{18E54D5B-AB6B-DA51-0BDD-2111F2F4BBDD}"/>
              </a:ext>
            </a:extLst>
          </p:cNvPr>
          <p:cNvSpPr/>
          <p:nvPr/>
        </p:nvSpPr>
        <p:spPr>
          <a:xfrm>
            <a:off x="7225159" y="3475593"/>
            <a:ext cx="1386752" cy="6354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>
                <a:solidFill>
                  <a:schemeClr val="tx1"/>
                </a:solidFill>
              </a:rPr>
              <a:t>BPM</a:t>
            </a:r>
            <a:r>
              <a:rPr lang="ja-JP" altLang="en-US" sz="2000">
                <a:solidFill>
                  <a:schemeClr val="tx1"/>
                </a:solidFill>
              </a:rPr>
              <a:t>変更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66" name="角丸四角形 65">
            <a:extLst>
              <a:ext uri="{FF2B5EF4-FFF2-40B4-BE49-F238E27FC236}">
                <a16:creationId xmlns:a16="http://schemas.microsoft.com/office/drawing/2014/main" id="{13A0689D-39C9-26C3-0418-B9D1D2A07BF1}"/>
              </a:ext>
            </a:extLst>
          </p:cNvPr>
          <p:cNvSpPr/>
          <p:nvPr/>
        </p:nvSpPr>
        <p:spPr>
          <a:xfrm>
            <a:off x="10142690" y="3429000"/>
            <a:ext cx="1386752" cy="6354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solidFill>
                  <a:schemeClr val="tx1"/>
                </a:solidFill>
              </a:rPr>
              <a:t>音量変更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AF5B3C5F-D6E6-3EBA-BC96-C0B03632C05A}"/>
              </a:ext>
            </a:extLst>
          </p:cNvPr>
          <p:cNvGrpSpPr/>
          <p:nvPr/>
        </p:nvGrpSpPr>
        <p:grpSpPr>
          <a:xfrm>
            <a:off x="9679609" y="4312678"/>
            <a:ext cx="1218158" cy="1403495"/>
            <a:chOff x="8885694" y="1414616"/>
            <a:chExt cx="1676970" cy="1932112"/>
          </a:xfrm>
        </p:grpSpPr>
        <p:grpSp>
          <p:nvGrpSpPr>
            <p:cNvPr id="68" name="グループ化 67">
              <a:extLst>
                <a:ext uri="{FF2B5EF4-FFF2-40B4-BE49-F238E27FC236}">
                  <a16:creationId xmlns:a16="http://schemas.microsoft.com/office/drawing/2014/main" id="{9D16DF31-583F-1041-DB54-3BF330E892A3}"/>
                </a:ext>
              </a:extLst>
            </p:cNvPr>
            <p:cNvGrpSpPr/>
            <p:nvPr/>
          </p:nvGrpSpPr>
          <p:grpSpPr>
            <a:xfrm>
              <a:off x="8885694" y="1414616"/>
              <a:ext cx="1676970" cy="1932112"/>
              <a:chOff x="3802380" y="83958"/>
              <a:chExt cx="4556757" cy="5250042"/>
            </a:xfrm>
          </p:grpSpPr>
          <p:sp>
            <p:nvSpPr>
              <p:cNvPr id="70" name="フローチャート: 手作業 69">
                <a:extLst>
                  <a:ext uri="{FF2B5EF4-FFF2-40B4-BE49-F238E27FC236}">
                    <a16:creationId xmlns:a16="http://schemas.microsoft.com/office/drawing/2014/main" id="{90FAE1DF-E49E-7E21-DBE7-6040A228F05F}"/>
                  </a:ext>
                </a:extLst>
              </p:cNvPr>
              <p:cNvSpPr/>
              <p:nvPr/>
            </p:nvSpPr>
            <p:spPr>
              <a:xfrm rot="10800000">
                <a:off x="5638800" y="2849889"/>
                <a:ext cx="914400" cy="2484111"/>
              </a:xfrm>
              <a:prstGeom prst="flowChartManualOpe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1" name="円/楕円 70">
                <a:extLst>
                  <a:ext uri="{FF2B5EF4-FFF2-40B4-BE49-F238E27FC236}">
                    <a16:creationId xmlns:a16="http://schemas.microsoft.com/office/drawing/2014/main" id="{56FA1F4D-CB6D-C453-8822-32EE1856F279}"/>
                  </a:ext>
                </a:extLst>
              </p:cNvPr>
              <p:cNvSpPr/>
              <p:nvPr/>
            </p:nvSpPr>
            <p:spPr>
              <a:xfrm>
                <a:off x="4358639" y="579120"/>
                <a:ext cx="3474720" cy="34747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2" name="直線コネクタ 71">
                <a:extLst>
                  <a:ext uri="{FF2B5EF4-FFF2-40B4-BE49-F238E27FC236}">
                    <a16:creationId xmlns:a16="http://schemas.microsoft.com/office/drawing/2014/main" id="{3B9851D4-DF60-C83C-519E-7021351FAC5B}"/>
                  </a:ext>
                </a:extLst>
              </p:cNvPr>
              <p:cNvCxnSpPr>
                <a:stCxn id="71" idx="2"/>
                <a:endCxn id="71" idx="6"/>
              </p:cNvCxnSpPr>
              <p:nvPr/>
            </p:nvCxnSpPr>
            <p:spPr>
              <a:xfrm>
                <a:off x="4358639" y="2316480"/>
                <a:ext cx="347472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3A7EB8AF-BB2B-80DB-E6B5-AAAD954B0B20}"/>
                  </a:ext>
                </a:extLst>
              </p:cNvPr>
              <p:cNvCxnSpPr>
                <a:cxnSpLocks/>
                <a:endCxn id="71" idx="0"/>
              </p:cNvCxnSpPr>
              <p:nvPr/>
            </p:nvCxnSpPr>
            <p:spPr>
              <a:xfrm flipV="1">
                <a:off x="6095999" y="579120"/>
                <a:ext cx="0" cy="380238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正方形/長方形 73">
                <a:extLst>
                  <a:ext uri="{FF2B5EF4-FFF2-40B4-BE49-F238E27FC236}">
                    <a16:creationId xmlns:a16="http://schemas.microsoft.com/office/drawing/2014/main" id="{24BDC25F-B261-5929-1C6B-9D06DCFE599C}"/>
                  </a:ext>
                </a:extLst>
              </p:cNvPr>
              <p:cNvSpPr/>
              <p:nvPr/>
            </p:nvSpPr>
            <p:spPr>
              <a:xfrm>
                <a:off x="3802380" y="2232660"/>
                <a:ext cx="1112518" cy="1676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5" name="正方形/長方形 74">
                <a:extLst>
                  <a:ext uri="{FF2B5EF4-FFF2-40B4-BE49-F238E27FC236}">
                    <a16:creationId xmlns:a16="http://schemas.microsoft.com/office/drawing/2014/main" id="{873D4BDD-CB2A-7108-5EED-BAAC13F568C5}"/>
                  </a:ext>
                </a:extLst>
              </p:cNvPr>
              <p:cNvSpPr/>
              <p:nvPr/>
            </p:nvSpPr>
            <p:spPr>
              <a:xfrm>
                <a:off x="5539740" y="4008126"/>
                <a:ext cx="1112518" cy="16763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6" name="正方形/長方形 75">
                <a:extLst>
                  <a:ext uri="{FF2B5EF4-FFF2-40B4-BE49-F238E27FC236}">
                    <a16:creationId xmlns:a16="http://schemas.microsoft.com/office/drawing/2014/main" id="{889C08AE-295E-6FC9-E5F0-BB97C4E80494}"/>
                  </a:ext>
                </a:extLst>
              </p:cNvPr>
              <p:cNvSpPr/>
              <p:nvPr/>
            </p:nvSpPr>
            <p:spPr>
              <a:xfrm>
                <a:off x="7246619" y="2232660"/>
                <a:ext cx="1112518" cy="1676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7" name="正方形/長方形 76">
                <a:extLst>
                  <a:ext uri="{FF2B5EF4-FFF2-40B4-BE49-F238E27FC236}">
                    <a16:creationId xmlns:a16="http://schemas.microsoft.com/office/drawing/2014/main" id="{0F137F3E-AD08-DFFA-C4B8-AAC4CCEFC2ED}"/>
                  </a:ext>
                </a:extLst>
              </p:cNvPr>
              <p:cNvSpPr/>
              <p:nvPr/>
            </p:nvSpPr>
            <p:spPr>
              <a:xfrm>
                <a:off x="5539740" y="579120"/>
                <a:ext cx="1112518" cy="1676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8" name="正方形/長方形 77">
                <a:extLst>
                  <a:ext uri="{FF2B5EF4-FFF2-40B4-BE49-F238E27FC236}">
                    <a16:creationId xmlns:a16="http://schemas.microsoft.com/office/drawing/2014/main" id="{BBA99EC3-92B1-45C0-FEB0-7D7A3F8F7401}"/>
                  </a:ext>
                </a:extLst>
              </p:cNvPr>
              <p:cNvSpPr/>
              <p:nvPr/>
            </p:nvSpPr>
            <p:spPr>
              <a:xfrm rot="5400000">
                <a:off x="4131982" y="1792661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9" name="正方形/長方形 78">
                <a:extLst>
                  <a:ext uri="{FF2B5EF4-FFF2-40B4-BE49-F238E27FC236}">
                    <a16:creationId xmlns:a16="http://schemas.microsoft.com/office/drawing/2014/main" id="{418D048B-160D-FBBA-07BD-6943B7811CD3}"/>
                  </a:ext>
                </a:extLst>
              </p:cNvPr>
              <p:cNvSpPr/>
              <p:nvPr/>
            </p:nvSpPr>
            <p:spPr>
              <a:xfrm rot="5400000">
                <a:off x="5833155" y="3560406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0" name="正方形/長方形 79">
                <a:extLst>
                  <a:ext uri="{FF2B5EF4-FFF2-40B4-BE49-F238E27FC236}">
                    <a16:creationId xmlns:a16="http://schemas.microsoft.com/office/drawing/2014/main" id="{EB84B68B-CBC2-9441-36FA-9730E8AADF05}"/>
                  </a:ext>
                </a:extLst>
              </p:cNvPr>
              <p:cNvSpPr/>
              <p:nvPr/>
            </p:nvSpPr>
            <p:spPr>
              <a:xfrm rot="5400000">
                <a:off x="7534328" y="1792661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1" name="正方形/長方形 80">
                <a:extLst>
                  <a:ext uri="{FF2B5EF4-FFF2-40B4-BE49-F238E27FC236}">
                    <a16:creationId xmlns:a16="http://schemas.microsoft.com/office/drawing/2014/main" id="{831D6425-8505-1B39-CF09-702E6BF349D6}"/>
                  </a:ext>
                </a:extLst>
              </p:cNvPr>
              <p:cNvSpPr/>
              <p:nvPr/>
            </p:nvSpPr>
            <p:spPr>
              <a:xfrm rot="5400000">
                <a:off x="5833155" y="169646"/>
                <a:ext cx="525688" cy="354312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CDFD8337-E9E1-498E-5C29-3B3881FFEEB6}"/>
                </a:ext>
              </a:extLst>
            </p:cNvPr>
            <p:cNvSpPr/>
            <p:nvPr/>
          </p:nvSpPr>
          <p:spPr>
            <a:xfrm>
              <a:off x="9541921" y="2014359"/>
              <a:ext cx="432551" cy="43255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BE5E6EFC-41F5-CD7A-AC7D-7387D8695FFE}"/>
              </a:ext>
            </a:extLst>
          </p:cNvPr>
          <p:cNvSpPr txBox="1"/>
          <p:nvPr/>
        </p:nvSpPr>
        <p:spPr>
          <a:xfrm>
            <a:off x="6151477" y="610997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受光タイミングにより同期</a:t>
            </a:r>
            <a:endParaRPr kumimoji="1" lang="ja-JP" altLang="en-US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9D9CC66C-88CD-76C3-33B2-52DED06B7CF4}"/>
              </a:ext>
            </a:extLst>
          </p:cNvPr>
          <p:cNvSpPr txBox="1"/>
          <p:nvPr/>
        </p:nvSpPr>
        <p:spPr>
          <a:xfrm>
            <a:off x="6506272" y="4341461"/>
            <a:ext cx="6880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rgbClr val="92D050"/>
                </a:solidFill>
              </a:rPr>
              <a:t>LED</a:t>
            </a:r>
            <a:endParaRPr kumimoji="1" lang="ja-JP" altLang="en-US">
              <a:solidFill>
                <a:srgbClr val="92D050"/>
              </a:solidFill>
            </a:endParaRPr>
          </a:p>
        </p:txBody>
      </p: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80A9B1C2-ADDD-5F9D-B705-9596667F5ACA}"/>
              </a:ext>
            </a:extLst>
          </p:cNvPr>
          <p:cNvGrpSpPr/>
          <p:nvPr/>
        </p:nvGrpSpPr>
        <p:grpSpPr>
          <a:xfrm>
            <a:off x="7125600" y="4650000"/>
            <a:ext cx="581400" cy="318960"/>
            <a:chOff x="7125600" y="4650000"/>
            <a:chExt cx="5814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6" name="インク 95">
                  <a:extLst>
                    <a:ext uri="{FF2B5EF4-FFF2-40B4-BE49-F238E27FC236}">
                      <a16:creationId xmlns:a16="http://schemas.microsoft.com/office/drawing/2014/main" id="{FA120DB9-99CB-03B7-7813-DA52C67F1C73}"/>
                    </a:ext>
                  </a:extLst>
                </p14:cNvPr>
                <p14:cNvContentPartPr/>
                <p14:nvPr/>
              </p14:nvContentPartPr>
              <p14:xfrm>
                <a:off x="7125600" y="4650000"/>
                <a:ext cx="182520" cy="318960"/>
              </p14:xfrm>
            </p:contentPart>
          </mc:Choice>
          <mc:Fallback xmlns="">
            <p:pic>
              <p:nvPicPr>
                <p:cNvPr id="96" name="インク 95">
                  <a:extLst>
                    <a:ext uri="{FF2B5EF4-FFF2-40B4-BE49-F238E27FC236}">
                      <a16:creationId xmlns:a16="http://schemas.microsoft.com/office/drawing/2014/main" id="{FA120DB9-99CB-03B7-7813-DA52C67F1C7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16600" y="4641360"/>
                  <a:ext cx="2001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AEB5195E-7AEB-D482-36A0-CEFEA72AD763}"/>
                    </a:ext>
                  </a:extLst>
                </p14:cNvPr>
                <p14:cNvContentPartPr/>
                <p14:nvPr/>
              </p14:nvContentPartPr>
              <p14:xfrm>
                <a:off x="7154760" y="4659360"/>
                <a:ext cx="552240" cy="34200"/>
              </p14:xfrm>
            </p:contentPart>
          </mc:Choice>
          <mc:Fallback xmlns=""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AEB5195E-7AEB-D482-36A0-CEFEA72AD76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45760" y="4650720"/>
                  <a:ext cx="569880" cy="518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3" name="図 102">
            <a:extLst>
              <a:ext uri="{FF2B5EF4-FFF2-40B4-BE49-F238E27FC236}">
                <a16:creationId xmlns:a16="http://schemas.microsoft.com/office/drawing/2014/main" id="{DF991030-910D-91D3-1129-DFEBC663C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885" y="4772700"/>
            <a:ext cx="832631" cy="832631"/>
          </a:xfrm>
          <a:prstGeom prst="rect">
            <a:avLst/>
          </a:prstGeom>
        </p:spPr>
      </p:pic>
      <p:sp>
        <p:nvSpPr>
          <p:cNvPr id="104" name="下矢印 103">
            <a:extLst>
              <a:ext uri="{FF2B5EF4-FFF2-40B4-BE49-F238E27FC236}">
                <a16:creationId xmlns:a16="http://schemas.microsoft.com/office/drawing/2014/main" id="{8D917E86-99FF-0671-3A0E-9ADA38639195}"/>
              </a:ext>
            </a:extLst>
          </p:cNvPr>
          <p:cNvSpPr/>
          <p:nvPr/>
        </p:nvSpPr>
        <p:spPr>
          <a:xfrm rot="16200000">
            <a:off x="6622343" y="4902429"/>
            <a:ext cx="353119" cy="915136"/>
          </a:xfrm>
          <a:prstGeom prst="downArrow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5" name="図 104">
            <a:extLst>
              <a:ext uri="{FF2B5EF4-FFF2-40B4-BE49-F238E27FC236}">
                <a16:creationId xmlns:a16="http://schemas.microsoft.com/office/drawing/2014/main" id="{CB1BFC38-04EC-D048-F69E-2DE8FA62D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1659" y="5144403"/>
            <a:ext cx="832631" cy="832631"/>
          </a:xfrm>
          <a:prstGeom prst="rect">
            <a:avLst/>
          </a:prstGeom>
        </p:spPr>
      </p:pic>
      <p:sp>
        <p:nvSpPr>
          <p:cNvPr id="106" name="下矢印 105">
            <a:extLst>
              <a:ext uri="{FF2B5EF4-FFF2-40B4-BE49-F238E27FC236}">
                <a16:creationId xmlns:a16="http://schemas.microsoft.com/office/drawing/2014/main" id="{A156F963-F8CC-4BFF-3159-68707C116BC3}"/>
              </a:ext>
            </a:extLst>
          </p:cNvPr>
          <p:cNvSpPr/>
          <p:nvPr/>
        </p:nvSpPr>
        <p:spPr>
          <a:xfrm rot="17400113">
            <a:off x="10724006" y="4811916"/>
            <a:ext cx="353119" cy="915136"/>
          </a:xfrm>
          <a:prstGeom prst="downArrow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37B0144C-CF3B-BA9F-A0D0-5641DFA4A6E0}"/>
              </a:ext>
            </a:extLst>
          </p:cNvPr>
          <p:cNvSpPr txBox="1"/>
          <p:nvPr/>
        </p:nvSpPr>
        <p:spPr>
          <a:xfrm>
            <a:off x="9619606" y="609725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中継機からの一斉送信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802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E60D-8CE3-9520-7208-D37AAAF97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F4C7DE59-6756-1084-7525-D974A9024BA9}"/>
              </a:ext>
            </a:extLst>
          </p:cNvPr>
          <p:cNvGrpSpPr/>
          <p:nvPr/>
        </p:nvGrpSpPr>
        <p:grpSpPr>
          <a:xfrm>
            <a:off x="731520" y="132695"/>
            <a:ext cx="4663440" cy="6390025"/>
            <a:chOff x="731520" y="132695"/>
            <a:chExt cx="4663440" cy="6390025"/>
          </a:xfrm>
        </p:grpSpPr>
        <p:sp>
          <p:nvSpPr>
            <p:cNvPr id="2" name="角丸四角形 1">
              <a:extLst>
                <a:ext uri="{FF2B5EF4-FFF2-40B4-BE49-F238E27FC236}">
                  <a16:creationId xmlns:a16="http://schemas.microsoft.com/office/drawing/2014/main" id="{259842F1-8C9C-5EC2-7CF1-939CFB83F288}"/>
                </a:ext>
              </a:extLst>
            </p:cNvPr>
            <p:cNvSpPr/>
            <p:nvPr/>
          </p:nvSpPr>
          <p:spPr>
            <a:xfrm>
              <a:off x="731520" y="594360"/>
              <a:ext cx="4663440" cy="5928360"/>
            </a:xfrm>
            <a:prstGeom prst="round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8C6A1893-9428-6F8F-9AB6-CB66CF69FEDF}"/>
                </a:ext>
              </a:extLst>
            </p:cNvPr>
            <p:cNvSpPr txBox="1"/>
            <p:nvPr/>
          </p:nvSpPr>
          <p:spPr>
            <a:xfrm>
              <a:off x="2047577" y="132695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指揮デバイス</a:t>
              </a:r>
            </a:p>
          </p:txBody>
        </p:sp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B3BD97CD-377E-1B11-F93C-D874BF89317A}"/>
                </a:ext>
              </a:extLst>
            </p:cNvPr>
            <p:cNvSpPr/>
            <p:nvPr/>
          </p:nvSpPr>
          <p:spPr>
            <a:xfrm>
              <a:off x="3737888" y="2918460"/>
              <a:ext cx="1386840" cy="64008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solidFill>
                    <a:schemeClr val="tx1"/>
                  </a:solidFill>
                </a:rPr>
                <a:t>Arduino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C9A0D42B-4CB8-8CAD-E6B9-FB77D86A4F6D}"/>
                </a:ext>
              </a:extLst>
            </p:cNvPr>
            <p:cNvSpPr/>
            <p:nvPr/>
          </p:nvSpPr>
          <p:spPr>
            <a:xfrm>
              <a:off x="1203960" y="1056025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>
                  <a:solidFill>
                    <a:schemeClr val="tx1"/>
                  </a:solidFill>
                </a:rPr>
                <a:t>加速度センサ</a:t>
              </a:r>
            </a:p>
          </p:txBody>
        </p:sp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0BC37720-D874-56C7-AF35-645BCD198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1852" y="3749040"/>
              <a:ext cx="1138912" cy="1138912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E054CC3E-9359-BEAA-ABE4-A942F56E4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3960" y="1959815"/>
              <a:ext cx="1151019" cy="795635"/>
            </a:xfrm>
            <a:prstGeom prst="rect">
              <a:avLst/>
            </a:prstGeom>
          </p:spPr>
        </p:pic>
        <p:sp>
          <p:nvSpPr>
            <p:cNvPr id="10" name="下矢印 9">
              <a:extLst>
                <a:ext uri="{FF2B5EF4-FFF2-40B4-BE49-F238E27FC236}">
                  <a16:creationId xmlns:a16="http://schemas.microsoft.com/office/drawing/2014/main" id="{1BCCE3EF-F1F7-B6D8-339E-EB905C74A203}"/>
                </a:ext>
              </a:extLst>
            </p:cNvPr>
            <p:cNvSpPr/>
            <p:nvPr/>
          </p:nvSpPr>
          <p:spPr>
            <a:xfrm rot="18681791">
              <a:off x="2782905" y="2042320"/>
              <a:ext cx="560667" cy="754167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3CA5CED-3244-C176-83BE-4EC25A6A0CC6}"/>
                </a:ext>
              </a:extLst>
            </p:cNvPr>
            <p:cNvSpPr txBox="1"/>
            <p:nvPr/>
          </p:nvSpPr>
          <p:spPr>
            <a:xfrm>
              <a:off x="1779469" y="2962304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/>
                <a:t>振り動作を検知</a:t>
              </a:r>
              <a:endParaRPr kumimoji="1" lang="ja-JP" altLang="en-US"/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EE379D36-9F74-6E35-9889-487773663AAA}"/>
                </a:ext>
              </a:extLst>
            </p:cNvPr>
            <p:cNvSpPr/>
            <p:nvPr/>
          </p:nvSpPr>
          <p:spPr>
            <a:xfrm>
              <a:off x="1203960" y="4785619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dirty="0">
                  <a:solidFill>
                    <a:schemeClr val="tx1"/>
                  </a:solidFill>
                </a:rPr>
                <a:t>BPM</a:t>
              </a:r>
            </a:p>
            <a:p>
              <a:pPr algn="ctr"/>
              <a:r>
                <a:rPr lang="ja-JP" altLang="en-US" sz="2400">
                  <a:solidFill>
                    <a:schemeClr val="tx1"/>
                  </a:solidFill>
                </a:rPr>
                <a:t>変更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9" name="下矢印 18">
              <a:extLst>
                <a:ext uri="{FF2B5EF4-FFF2-40B4-BE49-F238E27FC236}">
                  <a16:creationId xmlns:a16="http://schemas.microsoft.com/office/drawing/2014/main" id="{56F7AEC3-89D7-7280-8DAC-076455F3BD42}"/>
                </a:ext>
              </a:extLst>
            </p:cNvPr>
            <p:cNvSpPr/>
            <p:nvPr/>
          </p:nvSpPr>
          <p:spPr>
            <a:xfrm rot="14456593">
              <a:off x="2991780" y="4388690"/>
              <a:ext cx="560667" cy="754167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973F641A-BF8E-47D9-C073-849E94622B04}"/>
                </a:ext>
              </a:extLst>
            </p:cNvPr>
            <p:cNvSpPr txBox="1"/>
            <p:nvPr/>
          </p:nvSpPr>
          <p:spPr>
            <a:xfrm>
              <a:off x="2771153" y="5231112"/>
              <a:ext cx="15696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ユーザによる</a:t>
              </a:r>
              <a:endParaRPr kumimoji="1" lang="en-US" altLang="ja-JP" dirty="0"/>
            </a:p>
            <a:p>
              <a:pPr algn="ctr"/>
              <a:r>
                <a:rPr lang="ja-JP" altLang="en-US"/>
                <a:t>操作</a:t>
              </a:r>
              <a:endParaRPr kumimoji="1" lang="ja-JP" altLang="en-US"/>
            </a:p>
          </p:txBody>
        </p:sp>
      </p:grpSp>
      <p:sp>
        <p:nvSpPr>
          <p:cNvPr id="21" name="下矢印 20">
            <a:extLst>
              <a:ext uri="{FF2B5EF4-FFF2-40B4-BE49-F238E27FC236}">
                <a16:creationId xmlns:a16="http://schemas.microsoft.com/office/drawing/2014/main" id="{26325E59-9D51-33FC-4319-DB6C9D4BCCDF}"/>
              </a:ext>
            </a:extLst>
          </p:cNvPr>
          <p:cNvSpPr/>
          <p:nvPr/>
        </p:nvSpPr>
        <p:spPr>
          <a:xfrm rot="16200000">
            <a:off x="5563153" y="2657766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D489B1A7-FEBE-A2FB-226E-C14682688A7C}"/>
              </a:ext>
            </a:extLst>
          </p:cNvPr>
          <p:cNvSpPr/>
          <p:nvPr/>
        </p:nvSpPr>
        <p:spPr>
          <a:xfrm>
            <a:off x="8737818" y="457029"/>
            <a:ext cx="1386752" cy="6354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solidFill>
                  <a:schemeClr val="tx1"/>
                </a:solidFill>
              </a:rPr>
              <a:t>演奏開始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AFB2EED2-4A50-E6AC-6F72-3D98942C77C8}"/>
              </a:ext>
            </a:extLst>
          </p:cNvPr>
          <p:cNvGrpSpPr/>
          <p:nvPr/>
        </p:nvGrpSpPr>
        <p:grpSpPr>
          <a:xfrm>
            <a:off x="7073119" y="1239389"/>
            <a:ext cx="4838625" cy="1908466"/>
            <a:chOff x="6613360" y="799649"/>
            <a:chExt cx="4838625" cy="1908466"/>
          </a:xfrm>
        </p:grpSpPr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A69082FD-A0BF-A63E-C2D0-CD8A03EB7E4D}"/>
                </a:ext>
              </a:extLst>
            </p:cNvPr>
            <p:cNvGrpSpPr/>
            <p:nvPr/>
          </p:nvGrpSpPr>
          <p:grpSpPr>
            <a:xfrm>
              <a:off x="6613360" y="799649"/>
              <a:ext cx="1138912" cy="1612957"/>
              <a:chOff x="8105925" y="712748"/>
              <a:chExt cx="1138912" cy="1612957"/>
            </a:xfrm>
          </p:grpSpPr>
          <p:pic>
            <p:nvPicPr>
              <p:cNvPr id="28" name="図 27">
                <a:extLst>
                  <a:ext uri="{FF2B5EF4-FFF2-40B4-BE49-F238E27FC236}">
                    <a16:creationId xmlns:a16="http://schemas.microsoft.com/office/drawing/2014/main" id="{17BD0ECD-B0E7-43A7-7A7D-5E18D314A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05925" y="712748"/>
                <a:ext cx="1138912" cy="1138912"/>
              </a:xfrm>
              <a:prstGeom prst="rect">
                <a:avLst/>
              </a:prstGeom>
            </p:spPr>
          </p:pic>
          <p:pic>
            <p:nvPicPr>
              <p:cNvPr id="32" name="図 31">
                <a:extLst>
                  <a:ext uri="{FF2B5EF4-FFF2-40B4-BE49-F238E27FC236}">
                    <a16:creationId xmlns:a16="http://schemas.microsoft.com/office/drawing/2014/main" id="{A95B9C3B-CBA7-AF8C-5D06-4764047B98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23581" y="1775117"/>
                <a:ext cx="798562" cy="550588"/>
              </a:xfrm>
              <a:prstGeom prst="rect">
                <a:avLst/>
              </a:prstGeom>
            </p:spPr>
          </p:pic>
        </p:grp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60316084-1785-C64F-5CAA-DC5B395B478C}"/>
                </a:ext>
              </a:extLst>
            </p:cNvPr>
            <p:cNvGrpSpPr/>
            <p:nvPr/>
          </p:nvGrpSpPr>
          <p:grpSpPr>
            <a:xfrm>
              <a:off x="7769928" y="843753"/>
              <a:ext cx="1151372" cy="1643735"/>
              <a:chOff x="9257297" y="911499"/>
              <a:chExt cx="1151372" cy="1643735"/>
            </a:xfrm>
          </p:grpSpPr>
          <p:pic>
            <p:nvPicPr>
              <p:cNvPr id="33" name="図 32">
                <a:extLst>
                  <a:ext uri="{FF2B5EF4-FFF2-40B4-BE49-F238E27FC236}">
                    <a16:creationId xmlns:a16="http://schemas.microsoft.com/office/drawing/2014/main" id="{E60E8F04-C56B-84A3-A376-3ABF6ABB0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57297" y="911499"/>
                <a:ext cx="1138912" cy="1138912"/>
              </a:xfrm>
              <a:prstGeom prst="rect">
                <a:avLst/>
              </a:prstGeom>
            </p:spPr>
          </p:pic>
          <p:pic>
            <p:nvPicPr>
              <p:cNvPr id="35" name="図 34">
                <a:extLst>
                  <a:ext uri="{FF2B5EF4-FFF2-40B4-BE49-F238E27FC236}">
                    <a16:creationId xmlns:a16="http://schemas.microsoft.com/office/drawing/2014/main" id="{C71B3C60-23B1-79A7-0425-963C7594B3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10107" y="1959815"/>
                <a:ext cx="798562" cy="595419"/>
              </a:xfrm>
              <a:prstGeom prst="rect">
                <a:avLst/>
              </a:prstGeom>
            </p:spPr>
          </p:pic>
        </p:grpSp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CFE6D9F6-C6FB-63F3-B5BC-45E1D9EAFC3A}"/>
                </a:ext>
              </a:extLst>
            </p:cNvPr>
            <p:cNvGrpSpPr/>
            <p:nvPr/>
          </p:nvGrpSpPr>
          <p:grpSpPr>
            <a:xfrm>
              <a:off x="9013171" y="843753"/>
              <a:ext cx="1131235" cy="1864362"/>
              <a:chOff x="9013171" y="843753"/>
              <a:chExt cx="1131235" cy="1864362"/>
            </a:xfrm>
          </p:grpSpPr>
          <p:pic>
            <p:nvPicPr>
              <p:cNvPr id="40" name="図 39">
                <a:extLst>
                  <a:ext uri="{FF2B5EF4-FFF2-40B4-BE49-F238E27FC236}">
                    <a16:creationId xmlns:a16="http://schemas.microsoft.com/office/drawing/2014/main" id="{B60F11A8-472E-59C0-934D-9263B1762F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13171" y="843753"/>
                <a:ext cx="1131235" cy="1131235"/>
              </a:xfrm>
              <a:prstGeom prst="rect">
                <a:avLst/>
              </a:prstGeom>
            </p:spPr>
          </p:pic>
          <p:pic>
            <p:nvPicPr>
              <p:cNvPr id="39" name="図 38">
                <a:extLst>
                  <a:ext uri="{FF2B5EF4-FFF2-40B4-BE49-F238E27FC236}">
                    <a16:creationId xmlns:a16="http://schemas.microsoft.com/office/drawing/2014/main" id="{D6B2E056-075C-406F-2C69-275DEB909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0893407">
                <a:off x="9138152" y="1729707"/>
                <a:ext cx="978408" cy="978408"/>
              </a:xfrm>
              <a:prstGeom prst="rect">
                <a:avLst/>
              </a:prstGeom>
            </p:spPr>
          </p:pic>
        </p:grpSp>
        <p:grpSp>
          <p:nvGrpSpPr>
            <p:cNvPr id="45" name="グループ化 44">
              <a:extLst>
                <a:ext uri="{FF2B5EF4-FFF2-40B4-BE49-F238E27FC236}">
                  <a16:creationId xmlns:a16="http://schemas.microsoft.com/office/drawing/2014/main" id="{213EC4A4-CD7B-378E-1310-1381AD368307}"/>
                </a:ext>
              </a:extLst>
            </p:cNvPr>
            <p:cNvGrpSpPr/>
            <p:nvPr/>
          </p:nvGrpSpPr>
          <p:grpSpPr>
            <a:xfrm>
              <a:off x="10271710" y="820903"/>
              <a:ext cx="1180275" cy="1792264"/>
              <a:chOff x="10271710" y="820903"/>
              <a:chExt cx="1180275" cy="1792264"/>
            </a:xfrm>
          </p:grpSpPr>
          <p:pic>
            <p:nvPicPr>
              <p:cNvPr id="44" name="図 43">
                <a:extLst>
                  <a:ext uri="{FF2B5EF4-FFF2-40B4-BE49-F238E27FC236}">
                    <a16:creationId xmlns:a16="http://schemas.microsoft.com/office/drawing/2014/main" id="{E0CCC0D3-4FAB-36FE-DD3C-85BB74EE64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71710" y="820903"/>
                <a:ext cx="1138912" cy="1138912"/>
              </a:xfrm>
              <a:prstGeom prst="rect">
                <a:avLst/>
              </a:prstGeom>
            </p:spPr>
          </p:pic>
          <p:pic>
            <p:nvPicPr>
              <p:cNvPr id="43" name="図 42">
                <a:extLst>
                  <a:ext uri="{FF2B5EF4-FFF2-40B4-BE49-F238E27FC236}">
                    <a16:creationId xmlns:a16="http://schemas.microsoft.com/office/drawing/2014/main" id="{E4C9DB5E-BB76-550F-AA6B-0E862DE1A4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1546147">
                <a:off x="10494015" y="1655197"/>
                <a:ext cx="957970" cy="957970"/>
              </a:xfrm>
              <a:prstGeom prst="rect">
                <a:avLst/>
              </a:prstGeom>
            </p:spPr>
          </p:pic>
        </p:grp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DB489D2-8B10-3C98-C69F-D9F067A711EF}"/>
              </a:ext>
            </a:extLst>
          </p:cNvPr>
          <p:cNvGrpSpPr/>
          <p:nvPr/>
        </p:nvGrpSpPr>
        <p:grpSpPr>
          <a:xfrm>
            <a:off x="7469778" y="3523970"/>
            <a:ext cx="3475247" cy="3079842"/>
            <a:chOff x="5630885" y="3399465"/>
            <a:chExt cx="3475247" cy="3079842"/>
          </a:xfrm>
        </p:grpSpPr>
        <p:grpSp>
          <p:nvGrpSpPr>
            <p:cNvPr id="99" name="グループ化 98">
              <a:extLst>
                <a:ext uri="{FF2B5EF4-FFF2-40B4-BE49-F238E27FC236}">
                  <a16:creationId xmlns:a16="http://schemas.microsoft.com/office/drawing/2014/main" id="{6E8D4AB1-6306-F22B-3683-F9560C1EC626}"/>
                </a:ext>
              </a:extLst>
            </p:cNvPr>
            <p:cNvGrpSpPr/>
            <p:nvPr/>
          </p:nvGrpSpPr>
          <p:grpSpPr>
            <a:xfrm>
              <a:off x="7125600" y="4650000"/>
              <a:ext cx="581400" cy="318960"/>
              <a:chOff x="7125600" y="4650000"/>
              <a:chExt cx="581400" cy="3189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96" name="インク 95">
                    <a:extLst>
                      <a:ext uri="{FF2B5EF4-FFF2-40B4-BE49-F238E27FC236}">
                        <a16:creationId xmlns:a16="http://schemas.microsoft.com/office/drawing/2014/main" id="{93262520-67D2-6BED-2AC6-BBAFFE4C6445}"/>
                      </a:ext>
                    </a:extLst>
                  </p14:cNvPr>
                  <p14:cNvContentPartPr/>
                  <p14:nvPr/>
                </p14:nvContentPartPr>
                <p14:xfrm>
                  <a:off x="7125600" y="4650000"/>
                  <a:ext cx="182520" cy="318960"/>
                </p14:xfrm>
              </p:contentPart>
            </mc:Choice>
            <mc:Fallback xmlns="">
              <p:pic>
                <p:nvPicPr>
                  <p:cNvPr id="96" name="インク 95">
                    <a:extLst>
                      <a:ext uri="{FF2B5EF4-FFF2-40B4-BE49-F238E27FC236}">
                        <a16:creationId xmlns:a16="http://schemas.microsoft.com/office/drawing/2014/main" id="{93262520-67D2-6BED-2AC6-BBAFFE4C6445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7116600" y="4641360"/>
                    <a:ext cx="200160" cy="336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97" name="インク 96">
                    <a:extLst>
                      <a:ext uri="{FF2B5EF4-FFF2-40B4-BE49-F238E27FC236}">
                        <a16:creationId xmlns:a16="http://schemas.microsoft.com/office/drawing/2014/main" id="{34FAA325-61CE-9BA3-F667-FA24A98010E3}"/>
                      </a:ext>
                    </a:extLst>
                  </p14:cNvPr>
                  <p14:cNvContentPartPr/>
                  <p14:nvPr/>
                </p14:nvContentPartPr>
                <p14:xfrm>
                  <a:off x="7154760" y="4659360"/>
                  <a:ext cx="552240" cy="34200"/>
                </p14:xfrm>
              </p:contentPart>
            </mc:Choice>
            <mc:Fallback xmlns="">
              <p:pic>
                <p:nvPicPr>
                  <p:cNvPr id="97" name="インク 96">
                    <a:extLst>
                      <a:ext uri="{FF2B5EF4-FFF2-40B4-BE49-F238E27FC236}">
                        <a16:creationId xmlns:a16="http://schemas.microsoft.com/office/drawing/2014/main" id="{34FAA325-61CE-9BA3-F667-FA24A98010E3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7145760" y="4650720"/>
                    <a:ext cx="569880" cy="518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330CE103-9DC7-2443-F247-92F0AD66CE08}"/>
                </a:ext>
              </a:extLst>
            </p:cNvPr>
            <p:cNvGrpSpPr/>
            <p:nvPr/>
          </p:nvGrpSpPr>
          <p:grpSpPr>
            <a:xfrm>
              <a:off x="5630885" y="3399465"/>
              <a:ext cx="3475247" cy="3079842"/>
              <a:chOff x="5630885" y="3399465"/>
              <a:chExt cx="3475247" cy="3079842"/>
            </a:xfrm>
          </p:grpSpPr>
          <p:cxnSp>
            <p:nvCxnSpPr>
              <p:cNvPr id="47" name="曲線コネクタ 46">
                <a:extLst>
                  <a:ext uri="{FF2B5EF4-FFF2-40B4-BE49-F238E27FC236}">
                    <a16:creationId xmlns:a16="http://schemas.microsoft.com/office/drawing/2014/main" id="{F62900F4-E644-E9C5-8E09-2FCEED3524A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110482" y="4459427"/>
                <a:ext cx="601389" cy="724799"/>
              </a:xfrm>
              <a:prstGeom prst="curvedConnector4">
                <a:avLst>
                  <a:gd name="adj1" fmla="val -27612"/>
                  <a:gd name="adj2" fmla="val 137783"/>
                </a:avLst>
              </a:prstGeom>
              <a:ln w="571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グループ化 47">
                <a:extLst>
                  <a:ext uri="{FF2B5EF4-FFF2-40B4-BE49-F238E27FC236}">
                    <a16:creationId xmlns:a16="http://schemas.microsoft.com/office/drawing/2014/main" id="{BD2D2A7C-144C-72AF-F6FD-4DB1A2FA2FFD}"/>
                  </a:ext>
                </a:extLst>
              </p:cNvPr>
              <p:cNvGrpSpPr/>
              <p:nvPr/>
            </p:nvGrpSpPr>
            <p:grpSpPr>
              <a:xfrm>
                <a:off x="7137876" y="4503786"/>
                <a:ext cx="1218158" cy="1403495"/>
                <a:chOff x="8885694" y="1414616"/>
                <a:chExt cx="1676970" cy="1932112"/>
              </a:xfrm>
            </p:grpSpPr>
            <p:grpSp>
              <p:nvGrpSpPr>
                <p:cNvPr id="49" name="グループ化 48">
                  <a:extLst>
                    <a:ext uri="{FF2B5EF4-FFF2-40B4-BE49-F238E27FC236}">
                      <a16:creationId xmlns:a16="http://schemas.microsoft.com/office/drawing/2014/main" id="{5BC623B6-DFCF-6BF2-A70A-F770CABAFFF0}"/>
                    </a:ext>
                  </a:extLst>
                </p:cNvPr>
                <p:cNvGrpSpPr/>
                <p:nvPr/>
              </p:nvGrpSpPr>
              <p:grpSpPr>
                <a:xfrm>
                  <a:off x="8885694" y="1414616"/>
                  <a:ext cx="1676970" cy="1932112"/>
                  <a:chOff x="3802380" y="83958"/>
                  <a:chExt cx="4556757" cy="5250042"/>
                </a:xfrm>
              </p:grpSpPr>
              <p:sp>
                <p:nvSpPr>
                  <p:cNvPr id="51" name="フローチャート: 手作業 50">
                    <a:extLst>
                      <a:ext uri="{FF2B5EF4-FFF2-40B4-BE49-F238E27FC236}">
                        <a16:creationId xmlns:a16="http://schemas.microsoft.com/office/drawing/2014/main" id="{23AAEB18-7A17-AC01-6469-CBF4874EAC1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638800" y="2849889"/>
                    <a:ext cx="914400" cy="2484111"/>
                  </a:xfrm>
                  <a:prstGeom prst="flowChartManualOperation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52" name="円/楕円 51">
                    <a:extLst>
                      <a:ext uri="{FF2B5EF4-FFF2-40B4-BE49-F238E27FC236}">
                        <a16:creationId xmlns:a16="http://schemas.microsoft.com/office/drawing/2014/main" id="{C0BD504D-4583-BABD-29C9-F3DC508A532C}"/>
                      </a:ext>
                    </a:extLst>
                  </p:cNvPr>
                  <p:cNvSpPr/>
                  <p:nvPr/>
                </p:nvSpPr>
                <p:spPr>
                  <a:xfrm>
                    <a:off x="4358639" y="579120"/>
                    <a:ext cx="3474720" cy="3474720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cxnSp>
                <p:nvCxnSpPr>
                  <p:cNvPr id="53" name="直線コネクタ 52">
                    <a:extLst>
                      <a:ext uri="{FF2B5EF4-FFF2-40B4-BE49-F238E27FC236}">
                        <a16:creationId xmlns:a16="http://schemas.microsoft.com/office/drawing/2014/main" id="{13FC71F2-08D8-58BE-FE08-3080D8D2D558}"/>
                      </a:ext>
                    </a:extLst>
                  </p:cNvPr>
                  <p:cNvCxnSpPr>
                    <a:stCxn id="52" idx="2"/>
                    <a:endCxn id="52" idx="6"/>
                  </p:cNvCxnSpPr>
                  <p:nvPr/>
                </p:nvCxnSpPr>
                <p:spPr>
                  <a:xfrm>
                    <a:off x="4358639" y="2316480"/>
                    <a:ext cx="3474720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線コネクタ 53">
                    <a:extLst>
                      <a:ext uri="{FF2B5EF4-FFF2-40B4-BE49-F238E27FC236}">
                        <a16:creationId xmlns:a16="http://schemas.microsoft.com/office/drawing/2014/main" id="{C0C9615F-3B34-9953-387A-9D3251FC7360}"/>
                      </a:ext>
                    </a:extLst>
                  </p:cNvPr>
                  <p:cNvCxnSpPr>
                    <a:cxnSpLocks/>
                    <a:endCxn id="52" idx="0"/>
                  </p:cNvCxnSpPr>
                  <p:nvPr/>
                </p:nvCxnSpPr>
                <p:spPr>
                  <a:xfrm flipV="1">
                    <a:off x="6095999" y="579120"/>
                    <a:ext cx="0" cy="380238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5" name="正方形/長方形 54">
                    <a:extLst>
                      <a:ext uri="{FF2B5EF4-FFF2-40B4-BE49-F238E27FC236}">
                        <a16:creationId xmlns:a16="http://schemas.microsoft.com/office/drawing/2014/main" id="{D42FFD7B-F57E-1D68-A7E0-64CAF5348C5D}"/>
                      </a:ext>
                    </a:extLst>
                  </p:cNvPr>
                  <p:cNvSpPr/>
                  <p:nvPr/>
                </p:nvSpPr>
                <p:spPr>
                  <a:xfrm>
                    <a:off x="3802380" y="2232660"/>
                    <a:ext cx="1112518" cy="16764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56" name="正方形/長方形 55">
                    <a:extLst>
                      <a:ext uri="{FF2B5EF4-FFF2-40B4-BE49-F238E27FC236}">
                        <a16:creationId xmlns:a16="http://schemas.microsoft.com/office/drawing/2014/main" id="{B8515D45-93EB-800B-33A7-43439AAF8319}"/>
                      </a:ext>
                    </a:extLst>
                  </p:cNvPr>
                  <p:cNvSpPr/>
                  <p:nvPr/>
                </p:nvSpPr>
                <p:spPr>
                  <a:xfrm>
                    <a:off x="5539740" y="4008126"/>
                    <a:ext cx="1112518" cy="167635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57" name="正方形/長方形 56">
                    <a:extLst>
                      <a:ext uri="{FF2B5EF4-FFF2-40B4-BE49-F238E27FC236}">
                        <a16:creationId xmlns:a16="http://schemas.microsoft.com/office/drawing/2014/main" id="{384FA568-624C-A26D-ED0F-B280139AA097}"/>
                      </a:ext>
                    </a:extLst>
                  </p:cNvPr>
                  <p:cNvSpPr/>
                  <p:nvPr/>
                </p:nvSpPr>
                <p:spPr>
                  <a:xfrm>
                    <a:off x="7246619" y="2232660"/>
                    <a:ext cx="1112518" cy="16764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58" name="正方形/長方形 57">
                    <a:extLst>
                      <a:ext uri="{FF2B5EF4-FFF2-40B4-BE49-F238E27FC236}">
                        <a16:creationId xmlns:a16="http://schemas.microsoft.com/office/drawing/2014/main" id="{290595C5-1C51-ED2D-3528-C8032C2DAF48}"/>
                      </a:ext>
                    </a:extLst>
                  </p:cNvPr>
                  <p:cNvSpPr/>
                  <p:nvPr/>
                </p:nvSpPr>
                <p:spPr>
                  <a:xfrm>
                    <a:off x="5539740" y="579120"/>
                    <a:ext cx="1112518" cy="167640"/>
                  </a:xfrm>
                  <a:prstGeom prst="rect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59" name="正方形/長方形 58">
                    <a:extLst>
                      <a:ext uri="{FF2B5EF4-FFF2-40B4-BE49-F238E27FC236}">
                        <a16:creationId xmlns:a16="http://schemas.microsoft.com/office/drawing/2014/main" id="{04A27786-BC93-69AE-A7B2-E161A708B98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131982" y="1792661"/>
                    <a:ext cx="525688" cy="354312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60" name="正方形/長方形 59">
                    <a:extLst>
                      <a:ext uri="{FF2B5EF4-FFF2-40B4-BE49-F238E27FC236}">
                        <a16:creationId xmlns:a16="http://schemas.microsoft.com/office/drawing/2014/main" id="{ABB1BF7D-5FA2-7FD9-D49C-32F5490424D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833155" y="3560406"/>
                    <a:ext cx="525688" cy="354312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61" name="正方形/長方形 60">
                    <a:extLst>
                      <a:ext uri="{FF2B5EF4-FFF2-40B4-BE49-F238E27FC236}">
                        <a16:creationId xmlns:a16="http://schemas.microsoft.com/office/drawing/2014/main" id="{367771F3-1852-8046-CC1F-BEFCBCA13CD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534328" y="1792661"/>
                    <a:ext cx="525688" cy="354312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62" name="正方形/長方形 61">
                    <a:extLst>
                      <a:ext uri="{FF2B5EF4-FFF2-40B4-BE49-F238E27FC236}">
                        <a16:creationId xmlns:a16="http://schemas.microsoft.com/office/drawing/2014/main" id="{B020C14A-3ED1-0EDD-237D-7071E78275B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5833155" y="169646"/>
                    <a:ext cx="525688" cy="354312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sp>
              <p:nvSpPr>
                <p:cNvPr id="50" name="角丸四角形 49">
                  <a:extLst>
                    <a:ext uri="{FF2B5EF4-FFF2-40B4-BE49-F238E27FC236}">
                      <a16:creationId xmlns:a16="http://schemas.microsoft.com/office/drawing/2014/main" id="{D710B858-626C-F816-7289-804D41E59431}"/>
                    </a:ext>
                  </a:extLst>
                </p:cNvPr>
                <p:cNvSpPr/>
                <p:nvPr/>
              </p:nvSpPr>
              <p:spPr>
                <a:xfrm>
                  <a:off x="9541921" y="2014359"/>
                  <a:ext cx="432551" cy="432551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64" name="角丸四角形 63">
                <a:extLst>
                  <a:ext uri="{FF2B5EF4-FFF2-40B4-BE49-F238E27FC236}">
                    <a16:creationId xmlns:a16="http://schemas.microsoft.com/office/drawing/2014/main" id="{54C8F927-D8FD-C791-4DD1-6F60E1373A7A}"/>
                  </a:ext>
                </a:extLst>
              </p:cNvPr>
              <p:cNvSpPr/>
              <p:nvPr/>
            </p:nvSpPr>
            <p:spPr>
              <a:xfrm>
                <a:off x="6949056" y="3399465"/>
                <a:ext cx="1386752" cy="635416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ja-JP" sz="2000" dirty="0">
                    <a:solidFill>
                      <a:schemeClr val="tx1"/>
                    </a:solidFill>
                  </a:rPr>
                  <a:t>BPM</a:t>
                </a:r>
                <a:r>
                  <a:rPr lang="ja-JP" altLang="en-US" sz="2000">
                    <a:solidFill>
                      <a:schemeClr val="tx1"/>
                    </a:solidFill>
                  </a:rPr>
                  <a:t>変更</a:t>
                </a:r>
                <a:endParaRPr lang="en-US" altLang="ja-JP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01BDDDA9-2F97-CE4A-5023-2364A22C8ED3}"/>
                  </a:ext>
                </a:extLst>
              </p:cNvPr>
              <p:cNvSpPr txBox="1"/>
              <p:nvPr/>
            </p:nvSpPr>
            <p:spPr>
              <a:xfrm>
                <a:off x="6151477" y="6109975"/>
                <a:ext cx="29546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/>
                  <a:t>受光タイミングにより同期</a:t>
                </a:r>
                <a:endParaRPr kumimoji="1" lang="ja-JP" altLang="en-US"/>
              </a:p>
            </p:txBody>
          </p:sp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8324A359-0A37-C397-AED2-5D7C99A5BE10}"/>
                  </a:ext>
                </a:extLst>
              </p:cNvPr>
              <p:cNvSpPr txBox="1"/>
              <p:nvPr/>
            </p:nvSpPr>
            <p:spPr>
              <a:xfrm>
                <a:off x="6506272" y="4341461"/>
                <a:ext cx="6880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000" dirty="0">
                    <a:solidFill>
                      <a:srgbClr val="92D050"/>
                    </a:solidFill>
                  </a:rPr>
                  <a:t>LED</a:t>
                </a:r>
                <a:endParaRPr kumimoji="1" lang="ja-JP" altLang="en-US">
                  <a:solidFill>
                    <a:srgbClr val="92D050"/>
                  </a:solidFill>
                </a:endParaRPr>
              </a:p>
            </p:txBody>
          </p:sp>
          <p:pic>
            <p:nvPicPr>
              <p:cNvPr id="103" name="図 102">
                <a:extLst>
                  <a:ext uri="{FF2B5EF4-FFF2-40B4-BE49-F238E27FC236}">
                    <a16:creationId xmlns:a16="http://schemas.microsoft.com/office/drawing/2014/main" id="{FD3B7EEF-AC67-04A3-D4FB-23367B420F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30885" y="4772700"/>
                <a:ext cx="832631" cy="832631"/>
              </a:xfrm>
              <a:prstGeom prst="rect">
                <a:avLst/>
              </a:prstGeom>
            </p:spPr>
          </p:pic>
          <p:sp>
            <p:nvSpPr>
              <p:cNvPr id="104" name="下矢印 103">
                <a:extLst>
                  <a:ext uri="{FF2B5EF4-FFF2-40B4-BE49-F238E27FC236}">
                    <a16:creationId xmlns:a16="http://schemas.microsoft.com/office/drawing/2014/main" id="{26118262-E3A7-9948-059D-49728CA070C4}"/>
                  </a:ext>
                </a:extLst>
              </p:cNvPr>
              <p:cNvSpPr/>
              <p:nvPr/>
            </p:nvSpPr>
            <p:spPr>
              <a:xfrm rot="16200000">
                <a:off x="6622343" y="4902429"/>
                <a:ext cx="353119" cy="915136"/>
              </a:xfrm>
              <a:prstGeom prst="downArrow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009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0DF941E-0E2C-EFC2-8CDB-3ECF63A8DB12}"/>
              </a:ext>
            </a:extLst>
          </p:cNvPr>
          <p:cNvGrpSpPr/>
          <p:nvPr/>
        </p:nvGrpSpPr>
        <p:grpSpPr>
          <a:xfrm>
            <a:off x="731520" y="132695"/>
            <a:ext cx="4663440" cy="6390025"/>
            <a:chOff x="731520" y="132695"/>
            <a:chExt cx="4663440" cy="6390025"/>
          </a:xfrm>
        </p:grpSpPr>
        <p:sp>
          <p:nvSpPr>
            <p:cNvPr id="3" name="角丸四角形 2">
              <a:extLst>
                <a:ext uri="{FF2B5EF4-FFF2-40B4-BE49-F238E27FC236}">
                  <a16:creationId xmlns:a16="http://schemas.microsoft.com/office/drawing/2014/main" id="{7FB5EDD0-9CF2-0F7D-86E4-F2EEB0635803}"/>
                </a:ext>
              </a:extLst>
            </p:cNvPr>
            <p:cNvSpPr/>
            <p:nvPr/>
          </p:nvSpPr>
          <p:spPr>
            <a:xfrm>
              <a:off x="731520" y="594360"/>
              <a:ext cx="4663440" cy="5928360"/>
            </a:xfrm>
            <a:prstGeom prst="round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873C8AC3-CD13-F8B8-A553-201E932132A3}"/>
                </a:ext>
              </a:extLst>
            </p:cNvPr>
            <p:cNvSpPr txBox="1"/>
            <p:nvPr/>
          </p:nvSpPr>
          <p:spPr>
            <a:xfrm>
              <a:off x="2047577" y="132695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指揮デバイス</a:t>
              </a:r>
            </a:p>
          </p:txBody>
        </p:sp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CD1084AC-A170-FF6F-CDA2-217BBBB6D3D0}"/>
                </a:ext>
              </a:extLst>
            </p:cNvPr>
            <p:cNvSpPr/>
            <p:nvPr/>
          </p:nvSpPr>
          <p:spPr>
            <a:xfrm>
              <a:off x="3737888" y="2918460"/>
              <a:ext cx="1386840" cy="64008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solidFill>
                    <a:schemeClr val="tx1"/>
                  </a:solidFill>
                </a:rPr>
                <a:t>Arduino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F6983BB9-22F3-8A2E-9769-1C91975CFA49}"/>
                </a:ext>
              </a:extLst>
            </p:cNvPr>
            <p:cNvSpPr/>
            <p:nvPr/>
          </p:nvSpPr>
          <p:spPr>
            <a:xfrm>
              <a:off x="1203960" y="1056025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>
                  <a:solidFill>
                    <a:schemeClr val="tx1"/>
                  </a:solidFill>
                </a:rPr>
                <a:t>加速度センサ</a:t>
              </a:r>
            </a:p>
          </p:txBody>
        </p:sp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0937F8D7-1582-2570-F10E-1205AD56F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1852" y="3749040"/>
              <a:ext cx="1138912" cy="1138912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690B290A-D318-F0B6-F612-8D5CF444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3960" y="1959815"/>
              <a:ext cx="1151019" cy="795635"/>
            </a:xfrm>
            <a:prstGeom prst="rect">
              <a:avLst/>
            </a:prstGeom>
          </p:spPr>
        </p:pic>
        <p:sp>
          <p:nvSpPr>
            <p:cNvPr id="9" name="下矢印 8">
              <a:extLst>
                <a:ext uri="{FF2B5EF4-FFF2-40B4-BE49-F238E27FC236}">
                  <a16:creationId xmlns:a16="http://schemas.microsoft.com/office/drawing/2014/main" id="{C3CDBFC2-893B-54A8-02BC-91090B459A66}"/>
                </a:ext>
              </a:extLst>
            </p:cNvPr>
            <p:cNvSpPr/>
            <p:nvPr/>
          </p:nvSpPr>
          <p:spPr>
            <a:xfrm rot="18681791">
              <a:off x="2782905" y="2042320"/>
              <a:ext cx="560667" cy="754167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1AFC9472-CC7B-E1A9-3A7E-E11BF6BF5492}"/>
                </a:ext>
              </a:extLst>
            </p:cNvPr>
            <p:cNvSpPr txBox="1"/>
            <p:nvPr/>
          </p:nvSpPr>
          <p:spPr>
            <a:xfrm>
              <a:off x="1779469" y="2962304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/>
                <a:t>振り動作を検知</a:t>
              </a:r>
              <a:endParaRPr kumimoji="1" lang="ja-JP" altLang="en-US"/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85CCA727-D16A-7439-04D1-9D139DF674D9}"/>
                </a:ext>
              </a:extLst>
            </p:cNvPr>
            <p:cNvSpPr/>
            <p:nvPr/>
          </p:nvSpPr>
          <p:spPr>
            <a:xfrm>
              <a:off x="1203960" y="3793301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dirty="0">
                  <a:solidFill>
                    <a:schemeClr val="tx1"/>
                  </a:solidFill>
                </a:rPr>
                <a:t>BPM</a:t>
              </a:r>
            </a:p>
            <a:p>
              <a:pPr algn="ctr"/>
              <a:r>
                <a:rPr lang="ja-JP" altLang="en-US" sz="2400">
                  <a:solidFill>
                    <a:schemeClr val="tx1"/>
                  </a:solidFill>
                </a:rPr>
                <a:t>変更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2" name="角丸四角形 11">
              <a:extLst>
                <a:ext uri="{FF2B5EF4-FFF2-40B4-BE49-F238E27FC236}">
                  <a16:creationId xmlns:a16="http://schemas.microsoft.com/office/drawing/2014/main" id="{91D47227-536A-6B42-36B8-0D821CB8DDD2}"/>
                </a:ext>
              </a:extLst>
            </p:cNvPr>
            <p:cNvSpPr/>
            <p:nvPr/>
          </p:nvSpPr>
          <p:spPr>
            <a:xfrm>
              <a:off x="1203960" y="5006341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>
                  <a:solidFill>
                    <a:schemeClr val="tx1"/>
                  </a:solidFill>
                </a:rPr>
                <a:t>音量</a:t>
              </a:r>
              <a:endParaRPr lang="en-US" altLang="ja-JP" sz="2400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2400">
                  <a:solidFill>
                    <a:schemeClr val="tx1"/>
                  </a:solidFill>
                </a:rPr>
                <a:t>変更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3" name="下矢印 12">
              <a:extLst>
                <a:ext uri="{FF2B5EF4-FFF2-40B4-BE49-F238E27FC236}">
                  <a16:creationId xmlns:a16="http://schemas.microsoft.com/office/drawing/2014/main" id="{0F8C86F7-6B22-7804-3273-3523D595AEA2}"/>
                </a:ext>
              </a:extLst>
            </p:cNvPr>
            <p:cNvSpPr/>
            <p:nvPr/>
          </p:nvSpPr>
          <p:spPr>
            <a:xfrm rot="14456593">
              <a:off x="2991780" y="4388690"/>
              <a:ext cx="560667" cy="754167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1BCF69CB-8900-B0E2-0A35-BE196E3C0723}"/>
                </a:ext>
              </a:extLst>
            </p:cNvPr>
            <p:cNvSpPr txBox="1"/>
            <p:nvPr/>
          </p:nvSpPr>
          <p:spPr>
            <a:xfrm>
              <a:off x="2771153" y="5231112"/>
              <a:ext cx="15696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ユーザによる</a:t>
              </a:r>
              <a:endParaRPr kumimoji="1" lang="en-US" altLang="ja-JP" dirty="0"/>
            </a:p>
            <a:p>
              <a:pPr algn="ctr"/>
              <a:r>
                <a:rPr lang="ja-JP" altLang="en-US"/>
                <a:t>操作</a:t>
              </a:r>
              <a:endParaRPr kumimoji="1" lang="ja-JP" altLang="en-US"/>
            </a:p>
          </p:txBody>
        </p:sp>
      </p:grpSp>
      <p:sp>
        <p:nvSpPr>
          <p:cNvPr id="15" name="下矢印 14">
            <a:extLst>
              <a:ext uri="{FF2B5EF4-FFF2-40B4-BE49-F238E27FC236}">
                <a16:creationId xmlns:a16="http://schemas.microsoft.com/office/drawing/2014/main" id="{F057946A-FB97-7A4B-BD70-72571314CE40}"/>
              </a:ext>
            </a:extLst>
          </p:cNvPr>
          <p:cNvSpPr/>
          <p:nvPr/>
        </p:nvSpPr>
        <p:spPr>
          <a:xfrm rot="16200000">
            <a:off x="6106613" y="2725863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49AD7871-3734-7199-799D-6031E94F477D}"/>
              </a:ext>
            </a:extLst>
          </p:cNvPr>
          <p:cNvSpPr/>
          <p:nvPr/>
        </p:nvSpPr>
        <p:spPr>
          <a:xfrm>
            <a:off x="8046115" y="2436334"/>
            <a:ext cx="3101828" cy="1421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solidFill>
                  <a:schemeClr val="tx1"/>
                </a:solidFill>
              </a:rPr>
              <a:t>観覧車</a:t>
            </a:r>
            <a:endParaRPr lang="en-US" altLang="ja-JP" sz="36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デバイス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E5D6408-3657-37C7-2BAA-B0E35D849659}"/>
              </a:ext>
            </a:extLst>
          </p:cNvPr>
          <p:cNvSpPr txBox="1"/>
          <p:nvPr/>
        </p:nvSpPr>
        <p:spPr>
          <a:xfrm>
            <a:off x="8046788" y="4232316"/>
            <a:ext cx="295465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/>
              <a:t>送信内容</a:t>
            </a:r>
            <a:endParaRPr kumimoji="1" lang="en-US" altLang="ja-JP" sz="2800" dirty="0"/>
          </a:p>
          <a:p>
            <a:r>
              <a:rPr kumimoji="1" lang="ja-JP" altLang="en-US" sz="2400"/>
              <a:t>・演奏開始トリガー</a:t>
            </a:r>
            <a:endParaRPr kumimoji="1" lang="en-US" altLang="ja-JP" sz="2400" dirty="0"/>
          </a:p>
          <a:p>
            <a:r>
              <a:rPr kumimoji="1" lang="ja-JP" altLang="en-US" sz="2400"/>
              <a:t>・</a:t>
            </a:r>
            <a:r>
              <a:rPr kumimoji="1" lang="en-US" altLang="ja-JP" sz="2400" dirty="0"/>
              <a:t>BPM</a:t>
            </a:r>
            <a:r>
              <a:rPr kumimoji="1" lang="ja-JP" altLang="en-US" sz="2400"/>
              <a:t>情報</a:t>
            </a:r>
            <a:endParaRPr kumimoji="1" lang="en-US" altLang="ja-JP" sz="2400" dirty="0"/>
          </a:p>
          <a:p>
            <a:r>
              <a:rPr kumimoji="1" lang="ja-JP" altLang="en-US" sz="2400"/>
              <a:t>・音量情報</a:t>
            </a:r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A733F8D-C808-BF90-063E-C13C0EB28F56}"/>
              </a:ext>
            </a:extLst>
          </p:cNvPr>
          <p:cNvSpPr txBox="1"/>
          <p:nvPr/>
        </p:nvSpPr>
        <p:spPr>
          <a:xfrm>
            <a:off x="5932700" y="2126799"/>
            <a:ext cx="1415772" cy="461665"/>
          </a:xfrm>
          <a:prstGeom prst="rect">
            <a:avLst/>
          </a:prstGeom>
          <a:noFill/>
          <a:ln w="381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無線通信</a:t>
            </a:r>
          </a:p>
        </p:txBody>
      </p:sp>
    </p:spTree>
    <p:extLst>
      <p:ext uri="{BB962C8B-B14F-4D97-AF65-F5344CB8AC3E}">
        <p14:creationId xmlns:p14="http://schemas.microsoft.com/office/powerpoint/2010/main" val="22967459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3207B-FD5F-ACC5-C481-0487CA8B0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73CC042-023F-0565-141F-77612C46E00F}"/>
              </a:ext>
            </a:extLst>
          </p:cNvPr>
          <p:cNvGrpSpPr/>
          <p:nvPr/>
        </p:nvGrpSpPr>
        <p:grpSpPr>
          <a:xfrm>
            <a:off x="731520" y="132695"/>
            <a:ext cx="4663440" cy="6390025"/>
            <a:chOff x="731520" y="132695"/>
            <a:chExt cx="4663440" cy="6390025"/>
          </a:xfrm>
        </p:grpSpPr>
        <p:sp>
          <p:nvSpPr>
            <p:cNvPr id="3" name="角丸四角形 2">
              <a:extLst>
                <a:ext uri="{FF2B5EF4-FFF2-40B4-BE49-F238E27FC236}">
                  <a16:creationId xmlns:a16="http://schemas.microsoft.com/office/drawing/2014/main" id="{B7077D43-F709-52B8-1F6D-BC57DFD1BACE}"/>
                </a:ext>
              </a:extLst>
            </p:cNvPr>
            <p:cNvSpPr/>
            <p:nvPr/>
          </p:nvSpPr>
          <p:spPr>
            <a:xfrm>
              <a:off x="731520" y="594360"/>
              <a:ext cx="4663440" cy="5928360"/>
            </a:xfrm>
            <a:prstGeom prst="round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08B4F70B-84DD-7212-E867-88EC04AB7892}"/>
                </a:ext>
              </a:extLst>
            </p:cNvPr>
            <p:cNvSpPr txBox="1"/>
            <p:nvPr/>
          </p:nvSpPr>
          <p:spPr>
            <a:xfrm>
              <a:off x="2047577" y="132695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指揮デバイス</a:t>
              </a:r>
            </a:p>
          </p:txBody>
        </p:sp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8CAA7FDD-CAA9-48C5-7454-761234190CA0}"/>
                </a:ext>
              </a:extLst>
            </p:cNvPr>
            <p:cNvSpPr/>
            <p:nvPr/>
          </p:nvSpPr>
          <p:spPr>
            <a:xfrm>
              <a:off x="3737888" y="2918460"/>
              <a:ext cx="1386840" cy="64008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solidFill>
                    <a:schemeClr val="tx1"/>
                  </a:solidFill>
                </a:rPr>
                <a:t>Arduino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0415AA43-7BF0-A407-4785-5C215AC12398}"/>
                </a:ext>
              </a:extLst>
            </p:cNvPr>
            <p:cNvSpPr/>
            <p:nvPr/>
          </p:nvSpPr>
          <p:spPr>
            <a:xfrm>
              <a:off x="1203960" y="1056025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>
                  <a:solidFill>
                    <a:schemeClr val="tx1"/>
                  </a:solidFill>
                </a:rPr>
                <a:t>加速度センサ</a:t>
              </a:r>
            </a:p>
          </p:txBody>
        </p:sp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52AB7DFA-BC11-65F6-9856-83E183A1D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1852" y="3749040"/>
              <a:ext cx="1138912" cy="1138912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49DA2A9B-5D45-43F0-5DA6-EFEDB23FD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3960" y="1959815"/>
              <a:ext cx="1151019" cy="795635"/>
            </a:xfrm>
            <a:prstGeom prst="rect">
              <a:avLst/>
            </a:prstGeom>
          </p:spPr>
        </p:pic>
        <p:sp>
          <p:nvSpPr>
            <p:cNvPr id="9" name="下矢印 8">
              <a:extLst>
                <a:ext uri="{FF2B5EF4-FFF2-40B4-BE49-F238E27FC236}">
                  <a16:creationId xmlns:a16="http://schemas.microsoft.com/office/drawing/2014/main" id="{2B53C3AD-0464-3D9F-CECD-C1704CB9529E}"/>
                </a:ext>
              </a:extLst>
            </p:cNvPr>
            <p:cNvSpPr/>
            <p:nvPr/>
          </p:nvSpPr>
          <p:spPr>
            <a:xfrm rot="18681791">
              <a:off x="2782905" y="2042320"/>
              <a:ext cx="560667" cy="754167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2981362A-E19C-456C-30C8-5F2126A2A04D}"/>
                </a:ext>
              </a:extLst>
            </p:cNvPr>
            <p:cNvSpPr txBox="1"/>
            <p:nvPr/>
          </p:nvSpPr>
          <p:spPr>
            <a:xfrm>
              <a:off x="1779469" y="2962304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/>
                <a:t>振り動作を検知</a:t>
              </a:r>
              <a:endParaRPr kumimoji="1" lang="ja-JP" altLang="en-US"/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706E9D59-7015-7006-5CE4-FF7439931698}"/>
                </a:ext>
              </a:extLst>
            </p:cNvPr>
            <p:cNvSpPr/>
            <p:nvPr/>
          </p:nvSpPr>
          <p:spPr>
            <a:xfrm>
              <a:off x="1203960" y="3793301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dirty="0">
                  <a:solidFill>
                    <a:schemeClr val="tx1"/>
                  </a:solidFill>
                </a:rPr>
                <a:t>BPM</a:t>
              </a:r>
            </a:p>
            <a:p>
              <a:pPr algn="ctr"/>
              <a:r>
                <a:rPr lang="ja-JP" altLang="en-US" sz="2400">
                  <a:solidFill>
                    <a:schemeClr val="tx1"/>
                  </a:solidFill>
                </a:rPr>
                <a:t>変更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2" name="角丸四角形 11">
              <a:extLst>
                <a:ext uri="{FF2B5EF4-FFF2-40B4-BE49-F238E27FC236}">
                  <a16:creationId xmlns:a16="http://schemas.microsoft.com/office/drawing/2014/main" id="{1B23CA3C-86BD-272C-E4CD-4597353B961A}"/>
                </a:ext>
              </a:extLst>
            </p:cNvPr>
            <p:cNvSpPr/>
            <p:nvPr/>
          </p:nvSpPr>
          <p:spPr>
            <a:xfrm>
              <a:off x="1203960" y="5006341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400">
                  <a:solidFill>
                    <a:schemeClr val="tx1"/>
                  </a:solidFill>
                </a:rPr>
                <a:t>音量</a:t>
              </a:r>
              <a:endParaRPr lang="en-US" altLang="ja-JP" sz="2400" dirty="0">
                <a:solidFill>
                  <a:schemeClr val="tx1"/>
                </a:solidFill>
              </a:endParaRPr>
            </a:p>
            <a:p>
              <a:pPr algn="ctr"/>
              <a:r>
                <a:rPr lang="ja-JP" altLang="en-US" sz="2400">
                  <a:solidFill>
                    <a:schemeClr val="tx1"/>
                  </a:solidFill>
                </a:rPr>
                <a:t>変更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3" name="下矢印 12">
              <a:extLst>
                <a:ext uri="{FF2B5EF4-FFF2-40B4-BE49-F238E27FC236}">
                  <a16:creationId xmlns:a16="http://schemas.microsoft.com/office/drawing/2014/main" id="{9550331D-45E5-CA59-4620-48E4C6141CE2}"/>
                </a:ext>
              </a:extLst>
            </p:cNvPr>
            <p:cNvSpPr/>
            <p:nvPr/>
          </p:nvSpPr>
          <p:spPr>
            <a:xfrm rot="14456593">
              <a:off x="2991780" y="4388690"/>
              <a:ext cx="560667" cy="754167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BFFA4B3B-A425-D7D4-673C-E91643A98C10}"/>
                </a:ext>
              </a:extLst>
            </p:cNvPr>
            <p:cNvSpPr txBox="1"/>
            <p:nvPr/>
          </p:nvSpPr>
          <p:spPr>
            <a:xfrm>
              <a:off x="2771153" y="5231112"/>
              <a:ext cx="15696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ユーザによる</a:t>
              </a:r>
              <a:endParaRPr kumimoji="1" lang="en-US" altLang="ja-JP" dirty="0"/>
            </a:p>
            <a:p>
              <a:pPr algn="ctr"/>
              <a:r>
                <a:rPr lang="ja-JP" altLang="en-US"/>
                <a:t>操作</a:t>
              </a:r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5774CCF-FC55-8B1C-387E-D63B8B3FBB5A}"/>
              </a:ext>
            </a:extLst>
          </p:cNvPr>
          <p:cNvGrpSpPr/>
          <p:nvPr/>
        </p:nvGrpSpPr>
        <p:grpSpPr>
          <a:xfrm>
            <a:off x="8046112" y="200249"/>
            <a:ext cx="3101828" cy="2808937"/>
            <a:chOff x="8046115" y="2436334"/>
            <a:chExt cx="3101828" cy="2896394"/>
          </a:xfrm>
        </p:grpSpPr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67F06F88-2A07-E215-F76D-3407E8798308}"/>
                </a:ext>
              </a:extLst>
            </p:cNvPr>
            <p:cNvSpPr/>
            <p:nvPr/>
          </p:nvSpPr>
          <p:spPr>
            <a:xfrm>
              <a:off x="8046115" y="2436334"/>
              <a:ext cx="3101828" cy="142127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3600">
                  <a:solidFill>
                    <a:schemeClr val="tx1"/>
                  </a:solidFill>
                </a:rPr>
                <a:t>観覧車</a:t>
              </a:r>
              <a:endParaRPr lang="en-US" altLang="ja-JP" sz="3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sz="3600">
                  <a:solidFill>
                    <a:schemeClr val="tx1"/>
                  </a:solidFill>
                </a:rPr>
                <a:t>デバイス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3227C8A8-CA0C-89C0-D1DE-C3DB5F8CF923}"/>
                </a:ext>
              </a:extLst>
            </p:cNvPr>
            <p:cNvSpPr txBox="1"/>
            <p:nvPr/>
          </p:nvSpPr>
          <p:spPr>
            <a:xfrm>
              <a:off x="8352937" y="4031555"/>
              <a:ext cx="2488182" cy="1301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800"/>
                <a:t>送信内容</a:t>
              </a:r>
              <a:endParaRPr kumimoji="1" lang="en-US" altLang="ja-JP" sz="2800" dirty="0"/>
            </a:p>
            <a:p>
              <a:r>
                <a:rPr kumimoji="1" lang="ja-JP" altLang="en-US" sz="2400"/>
                <a:t>・</a:t>
              </a:r>
              <a:r>
                <a:rPr lang="ja-JP" altLang="en-US" sz="2400"/>
                <a:t>曲の開始</a:t>
              </a:r>
              <a:r>
                <a:rPr lang="en-US" altLang="ja-JP" sz="2400" dirty="0"/>
                <a:t>/</a:t>
              </a:r>
              <a:r>
                <a:rPr lang="ja-JP" altLang="en-US" sz="2400"/>
                <a:t>終了</a:t>
              </a:r>
              <a:endParaRPr kumimoji="1" lang="en-US" altLang="ja-JP" sz="2400" dirty="0"/>
            </a:p>
            <a:p>
              <a:r>
                <a:rPr kumimoji="1" lang="ja-JP" altLang="en-US" sz="2400"/>
                <a:t>・</a:t>
              </a:r>
              <a:r>
                <a:rPr kumimoji="1" lang="en-US" altLang="ja-JP" sz="2400" dirty="0"/>
                <a:t>BPM</a:t>
              </a:r>
              <a:r>
                <a:rPr kumimoji="1" lang="ja-JP" altLang="en-US" sz="2400"/>
                <a:t>情報</a:t>
              </a:r>
              <a:endParaRPr kumimoji="1" lang="en-US" altLang="ja-JP" sz="2400" dirty="0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6C86B936-8711-8B46-9859-A1CAF0458080}"/>
              </a:ext>
            </a:extLst>
          </p:cNvPr>
          <p:cNvGrpSpPr/>
          <p:nvPr/>
        </p:nvGrpSpPr>
        <p:grpSpPr>
          <a:xfrm>
            <a:off x="5702246" y="594360"/>
            <a:ext cx="1415772" cy="1622241"/>
            <a:chOff x="5932700" y="2126799"/>
            <a:chExt cx="1415772" cy="1622241"/>
          </a:xfrm>
        </p:grpSpPr>
        <p:sp>
          <p:nvSpPr>
            <p:cNvPr id="15" name="下矢印 14">
              <a:extLst>
                <a:ext uri="{FF2B5EF4-FFF2-40B4-BE49-F238E27FC236}">
                  <a16:creationId xmlns:a16="http://schemas.microsoft.com/office/drawing/2014/main" id="{6F56E791-B077-21C7-C6DB-B9BB555040D3}"/>
                </a:ext>
              </a:extLst>
            </p:cNvPr>
            <p:cNvSpPr/>
            <p:nvPr/>
          </p:nvSpPr>
          <p:spPr>
            <a:xfrm rot="16200000">
              <a:off x="6106613" y="2725863"/>
              <a:ext cx="1067946" cy="978408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69934780-15A2-51A6-E9CB-58BA797AE0E9}"/>
                </a:ext>
              </a:extLst>
            </p:cNvPr>
            <p:cNvSpPr txBox="1"/>
            <p:nvPr/>
          </p:nvSpPr>
          <p:spPr>
            <a:xfrm>
              <a:off x="5932700" y="2126799"/>
              <a:ext cx="1415772" cy="461665"/>
            </a:xfrm>
            <a:prstGeom prst="rect">
              <a:avLst/>
            </a:prstGeom>
            <a:noFill/>
            <a:ln w="381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無線通信</a:t>
              </a: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62126E2-E091-02CB-73C7-14816F0B612E}"/>
              </a:ext>
            </a:extLst>
          </p:cNvPr>
          <p:cNvGrpSpPr/>
          <p:nvPr/>
        </p:nvGrpSpPr>
        <p:grpSpPr>
          <a:xfrm>
            <a:off x="5610498" y="3499633"/>
            <a:ext cx="1415772" cy="1622241"/>
            <a:chOff x="5932700" y="2126799"/>
            <a:chExt cx="1415772" cy="1622241"/>
          </a:xfrm>
        </p:grpSpPr>
        <p:sp>
          <p:nvSpPr>
            <p:cNvPr id="25" name="下矢印 24">
              <a:extLst>
                <a:ext uri="{FF2B5EF4-FFF2-40B4-BE49-F238E27FC236}">
                  <a16:creationId xmlns:a16="http://schemas.microsoft.com/office/drawing/2014/main" id="{B542EE36-0330-0B96-C06F-65A2ECC9177A}"/>
                </a:ext>
              </a:extLst>
            </p:cNvPr>
            <p:cNvSpPr/>
            <p:nvPr/>
          </p:nvSpPr>
          <p:spPr>
            <a:xfrm rot="16200000">
              <a:off x="6106613" y="2725863"/>
              <a:ext cx="1067946" cy="978408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29CFC230-F869-FC7D-2B50-87122B1D4D69}"/>
                </a:ext>
              </a:extLst>
            </p:cNvPr>
            <p:cNvSpPr txBox="1"/>
            <p:nvPr/>
          </p:nvSpPr>
          <p:spPr>
            <a:xfrm>
              <a:off x="5932700" y="2126799"/>
              <a:ext cx="1415772" cy="461665"/>
            </a:xfrm>
            <a:prstGeom prst="rect">
              <a:avLst/>
            </a:prstGeom>
            <a:noFill/>
            <a:ln w="38100"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無線通信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AA2D30A9-2D2B-9CED-0ED1-2C86BF1C63B2}"/>
              </a:ext>
            </a:extLst>
          </p:cNvPr>
          <p:cNvGrpSpPr/>
          <p:nvPr/>
        </p:nvGrpSpPr>
        <p:grpSpPr>
          <a:xfrm>
            <a:off x="7047288" y="3090386"/>
            <a:ext cx="5099473" cy="3916933"/>
            <a:chOff x="7047294" y="2436334"/>
            <a:chExt cx="5099473" cy="4038887"/>
          </a:xfrm>
        </p:grpSpPr>
        <p:sp>
          <p:nvSpPr>
            <p:cNvPr id="28" name="角丸四角形 27">
              <a:extLst>
                <a:ext uri="{FF2B5EF4-FFF2-40B4-BE49-F238E27FC236}">
                  <a16:creationId xmlns:a16="http://schemas.microsoft.com/office/drawing/2014/main" id="{C426FFD3-315E-89B1-5AC7-C369E739F618}"/>
                </a:ext>
              </a:extLst>
            </p:cNvPr>
            <p:cNvSpPr/>
            <p:nvPr/>
          </p:nvSpPr>
          <p:spPr>
            <a:xfrm>
              <a:off x="8046115" y="2436334"/>
              <a:ext cx="3101828" cy="142127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3600">
                  <a:solidFill>
                    <a:schemeClr val="tx1"/>
                  </a:solidFill>
                </a:rPr>
                <a:t>楽器</a:t>
              </a:r>
              <a:endParaRPr lang="en-US" altLang="ja-JP" sz="3600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ja-JP" altLang="en-US" sz="3600">
                  <a:solidFill>
                    <a:schemeClr val="tx1"/>
                  </a:solidFill>
                </a:rPr>
                <a:t>デバイス</a:t>
              </a:r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620979C4-BFF3-8681-BBDD-6B2AD5D6E45B}"/>
                </a:ext>
              </a:extLst>
            </p:cNvPr>
            <p:cNvSpPr txBox="1"/>
            <p:nvPr/>
          </p:nvSpPr>
          <p:spPr>
            <a:xfrm>
              <a:off x="7047294" y="4031555"/>
              <a:ext cx="5099473" cy="2443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800"/>
                <a:t>送信内容</a:t>
              </a:r>
              <a:endParaRPr kumimoji="1" lang="en-US" altLang="ja-JP" sz="2800" dirty="0"/>
            </a:p>
            <a:p>
              <a:r>
                <a:rPr kumimoji="1" lang="ja-JP" altLang="en-US" sz="2400"/>
                <a:t>・</a:t>
              </a:r>
              <a:r>
                <a:rPr lang="ja-JP" altLang="en-US" sz="2400"/>
                <a:t>曲の</a:t>
              </a:r>
              <a:r>
                <a:rPr kumimoji="1" lang="ja-JP" altLang="en-US" sz="2400"/>
                <a:t>開始</a:t>
              </a:r>
              <a:r>
                <a:rPr kumimoji="1" lang="en-US" altLang="ja-JP" sz="2400" dirty="0"/>
                <a:t>/</a:t>
              </a:r>
              <a:r>
                <a:rPr kumimoji="1" lang="ja-JP" altLang="en-US" sz="2400"/>
                <a:t>終了</a:t>
              </a:r>
              <a:endParaRPr kumimoji="1" lang="en-US" altLang="ja-JP" sz="2400" dirty="0"/>
            </a:p>
            <a:p>
              <a:r>
                <a:rPr lang="ja-JP" altLang="en-US" sz="2400"/>
                <a:t>・演奏開始時刻</a:t>
              </a:r>
              <a:r>
                <a:rPr lang="en-US" altLang="ja-JP" sz="2400" dirty="0"/>
                <a:t>/</a:t>
              </a:r>
              <a:r>
                <a:rPr lang="ja-JP" altLang="en-US" sz="2400"/>
                <a:t>楽譜内の開始</a:t>
              </a:r>
              <a:r>
                <a:rPr lang="en-US" altLang="ja-JP" sz="2400" dirty="0"/>
                <a:t>/</a:t>
              </a:r>
              <a:r>
                <a:rPr lang="ja-JP" altLang="en-US" sz="2400"/>
                <a:t>終了</a:t>
              </a:r>
              <a:endParaRPr kumimoji="1" lang="en-US" altLang="ja-JP" sz="2400" dirty="0"/>
            </a:p>
            <a:p>
              <a:r>
                <a:rPr kumimoji="1" lang="ja-JP" altLang="en-US" sz="2400"/>
                <a:t>・</a:t>
              </a:r>
              <a:r>
                <a:rPr lang="ja-JP" altLang="en-US" sz="2400"/>
                <a:t>音量情報</a:t>
              </a:r>
              <a:endParaRPr lang="en-US" altLang="ja-JP" sz="2400" dirty="0"/>
            </a:p>
            <a:p>
              <a:r>
                <a:rPr kumimoji="1" lang="ja-JP" altLang="en-US" sz="2400"/>
                <a:t>・指揮の現在時刻</a:t>
              </a:r>
              <a:endParaRPr kumimoji="1" lang="en-US" altLang="ja-JP" sz="2400" dirty="0"/>
            </a:p>
            <a:p>
              <a:endParaRPr kumimoji="1" lang="en-US" altLang="ja-JP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949453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0FB6-DDDE-8FCD-7CB7-C22A7ADB9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C5702EB-E951-CE06-F6C6-4C9DE246CBF2}"/>
              </a:ext>
            </a:extLst>
          </p:cNvPr>
          <p:cNvGrpSpPr/>
          <p:nvPr/>
        </p:nvGrpSpPr>
        <p:grpSpPr>
          <a:xfrm>
            <a:off x="731520" y="132695"/>
            <a:ext cx="4663440" cy="6390025"/>
            <a:chOff x="731520" y="132695"/>
            <a:chExt cx="4663440" cy="6390025"/>
          </a:xfrm>
        </p:grpSpPr>
        <p:sp>
          <p:nvSpPr>
            <p:cNvPr id="3" name="角丸四角形 2">
              <a:extLst>
                <a:ext uri="{FF2B5EF4-FFF2-40B4-BE49-F238E27FC236}">
                  <a16:creationId xmlns:a16="http://schemas.microsoft.com/office/drawing/2014/main" id="{C45AD4C4-C41A-173E-F892-A9410A18A006}"/>
                </a:ext>
              </a:extLst>
            </p:cNvPr>
            <p:cNvSpPr/>
            <p:nvPr/>
          </p:nvSpPr>
          <p:spPr>
            <a:xfrm>
              <a:off x="731520" y="594360"/>
              <a:ext cx="4663440" cy="5928360"/>
            </a:xfrm>
            <a:prstGeom prst="roundRect">
              <a:avLst/>
            </a:prstGeom>
            <a:noFill/>
            <a:ln w="25400">
              <a:solidFill>
                <a:schemeClr val="accent1">
                  <a:shade val="1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20CDF9E6-79EE-8480-3273-74B91AEC4EDF}"/>
                </a:ext>
              </a:extLst>
            </p:cNvPr>
            <p:cNvSpPr txBox="1"/>
            <p:nvPr/>
          </p:nvSpPr>
          <p:spPr>
            <a:xfrm>
              <a:off x="2047577" y="132695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/>
                <a:t>指揮デバイス</a:t>
              </a:r>
            </a:p>
          </p:txBody>
        </p:sp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6BB1DB84-3EE4-B83E-C51E-87498863DDC7}"/>
                </a:ext>
              </a:extLst>
            </p:cNvPr>
            <p:cNvSpPr/>
            <p:nvPr/>
          </p:nvSpPr>
          <p:spPr>
            <a:xfrm>
              <a:off x="3737888" y="2918460"/>
              <a:ext cx="1386840" cy="64008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solidFill>
                    <a:schemeClr val="tx1"/>
                  </a:solidFill>
                </a:rPr>
                <a:t>Arduino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5E7C2DBC-C182-E89E-042A-77A966982C51}"/>
                </a:ext>
              </a:extLst>
            </p:cNvPr>
            <p:cNvSpPr/>
            <p:nvPr/>
          </p:nvSpPr>
          <p:spPr>
            <a:xfrm>
              <a:off x="1203960" y="1056025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>
                  <a:solidFill>
                    <a:schemeClr val="tx1"/>
                  </a:solidFill>
                </a:rPr>
                <a:t>加速度センサ</a:t>
              </a:r>
            </a:p>
          </p:txBody>
        </p:sp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304DF054-DFAB-54DC-60BF-592FA6FDC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1852" y="3749040"/>
              <a:ext cx="1138912" cy="1138912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C04FFFFF-0801-F01F-5F0F-C0B92451C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3960" y="1959815"/>
              <a:ext cx="1151019" cy="795635"/>
            </a:xfrm>
            <a:prstGeom prst="rect">
              <a:avLst/>
            </a:prstGeom>
          </p:spPr>
        </p:pic>
        <p:sp>
          <p:nvSpPr>
            <p:cNvPr id="9" name="下矢印 8">
              <a:extLst>
                <a:ext uri="{FF2B5EF4-FFF2-40B4-BE49-F238E27FC236}">
                  <a16:creationId xmlns:a16="http://schemas.microsoft.com/office/drawing/2014/main" id="{A2DF4697-B2B4-B28A-625B-264C4972FB64}"/>
                </a:ext>
              </a:extLst>
            </p:cNvPr>
            <p:cNvSpPr/>
            <p:nvPr/>
          </p:nvSpPr>
          <p:spPr>
            <a:xfrm rot="18681791">
              <a:off x="2782905" y="2042320"/>
              <a:ext cx="560667" cy="754167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3D78131B-8687-51AC-013D-CA2D7FAE4712}"/>
                </a:ext>
              </a:extLst>
            </p:cNvPr>
            <p:cNvSpPr txBox="1"/>
            <p:nvPr/>
          </p:nvSpPr>
          <p:spPr>
            <a:xfrm>
              <a:off x="1779469" y="2962304"/>
              <a:ext cx="1800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/>
                <a:t>振り動作を検知</a:t>
              </a:r>
              <a:endParaRPr kumimoji="1" lang="ja-JP" altLang="en-US"/>
            </a:p>
          </p:txBody>
        </p:sp>
        <p:sp>
          <p:nvSpPr>
            <p:cNvPr id="11" name="角丸四角形 10">
              <a:extLst>
                <a:ext uri="{FF2B5EF4-FFF2-40B4-BE49-F238E27FC236}">
                  <a16:creationId xmlns:a16="http://schemas.microsoft.com/office/drawing/2014/main" id="{96EDBAA1-F78F-AC2E-9DBF-25EC55E9720E}"/>
                </a:ext>
              </a:extLst>
            </p:cNvPr>
            <p:cNvSpPr/>
            <p:nvPr/>
          </p:nvSpPr>
          <p:spPr>
            <a:xfrm>
              <a:off x="1203960" y="4725576"/>
              <a:ext cx="1386840" cy="79563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2400" dirty="0">
                  <a:solidFill>
                    <a:schemeClr val="tx1"/>
                  </a:solidFill>
                </a:rPr>
                <a:t>BPM</a:t>
              </a:r>
            </a:p>
            <a:p>
              <a:pPr algn="ctr"/>
              <a:r>
                <a:rPr lang="ja-JP" altLang="en-US" sz="2400">
                  <a:solidFill>
                    <a:schemeClr val="tx1"/>
                  </a:solidFill>
                </a:rPr>
                <a:t>変更</a:t>
              </a:r>
              <a:endParaRPr kumimoji="1" lang="ja-JP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3" name="下矢印 12">
              <a:extLst>
                <a:ext uri="{FF2B5EF4-FFF2-40B4-BE49-F238E27FC236}">
                  <a16:creationId xmlns:a16="http://schemas.microsoft.com/office/drawing/2014/main" id="{B33E88BE-DCC2-E176-53CA-95A73AB94C87}"/>
                </a:ext>
              </a:extLst>
            </p:cNvPr>
            <p:cNvSpPr/>
            <p:nvPr/>
          </p:nvSpPr>
          <p:spPr>
            <a:xfrm rot="14456593">
              <a:off x="2991780" y="4388690"/>
              <a:ext cx="560667" cy="754167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A107833C-1E9B-D166-8DDA-3E463439B4C5}"/>
                </a:ext>
              </a:extLst>
            </p:cNvPr>
            <p:cNvSpPr txBox="1"/>
            <p:nvPr/>
          </p:nvSpPr>
          <p:spPr>
            <a:xfrm>
              <a:off x="2771153" y="5231112"/>
              <a:ext cx="15696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ユーザによる</a:t>
              </a:r>
              <a:endParaRPr kumimoji="1" lang="en-US" altLang="ja-JP" dirty="0"/>
            </a:p>
            <a:p>
              <a:pPr algn="ctr"/>
              <a:r>
                <a:rPr lang="ja-JP" altLang="en-US"/>
                <a:t>操作</a:t>
              </a:r>
              <a:endParaRPr kumimoji="1" lang="ja-JP" altLang="en-US"/>
            </a:p>
          </p:txBody>
        </p:sp>
      </p:grpSp>
      <p:sp>
        <p:nvSpPr>
          <p:cNvPr id="15" name="下矢印 14">
            <a:extLst>
              <a:ext uri="{FF2B5EF4-FFF2-40B4-BE49-F238E27FC236}">
                <a16:creationId xmlns:a16="http://schemas.microsoft.com/office/drawing/2014/main" id="{2C71FD9B-0853-FC70-832C-DF72E900EF9E}"/>
              </a:ext>
            </a:extLst>
          </p:cNvPr>
          <p:cNvSpPr/>
          <p:nvPr/>
        </p:nvSpPr>
        <p:spPr>
          <a:xfrm rot="16200000">
            <a:off x="6106613" y="2725863"/>
            <a:ext cx="1067946" cy="97840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D99B416A-9643-DE41-80AB-F9AFEBA24952}"/>
              </a:ext>
            </a:extLst>
          </p:cNvPr>
          <p:cNvSpPr/>
          <p:nvPr/>
        </p:nvSpPr>
        <p:spPr>
          <a:xfrm>
            <a:off x="8046115" y="2436334"/>
            <a:ext cx="3101828" cy="14212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>
                <a:solidFill>
                  <a:schemeClr val="tx1"/>
                </a:solidFill>
              </a:rPr>
              <a:t>観覧車</a:t>
            </a:r>
            <a:endParaRPr lang="en-US" altLang="ja-JP" sz="36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3600">
                <a:solidFill>
                  <a:schemeClr val="tx1"/>
                </a:solidFill>
              </a:rPr>
              <a:t>デバイス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8127242-A47E-850A-6547-277E65AA82CB}"/>
              </a:ext>
            </a:extLst>
          </p:cNvPr>
          <p:cNvSpPr txBox="1"/>
          <p:nvPr/>
        </p:nvSpPr>
        <p:spPr>
          <a:xfrm>
            <a:off x="8046788" y="4232316"/>
            <a:ext cx="2954655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/>
              <a:t>送信内容</a:t>
            </a:r>
            <a:endParaRPr kumimoji="1" lang="en-US" altLang="ja-JP" sz="2800" dirty="0"/>
          </a:p>
          <a:p>
            <a:r>
              <a:rPr kumimoji="1" lang="ja-JP" altLang="en-US" sz="2400"/>
              <a:t>・演奏開始トリガー</a:t>
            </a:r>
            <a:endParaRPr kumimoji="1" lang="en-US" altLang="ja-JP" sz="2400" dirty="0"/>
          </a:p>
          <a:p>
            <a:r>
              <a:rPr kumimoji="1" lang="ja-JP" altLang="en-US" sz="2400"/>
              <a:t>・</a:t>
            </a:r>
            <a:r>
              <a:rPr kumimoji="1" lang="en-US" altLang="ja-JP" sz="2400" dirty="0"/>
              <a:t>BPM</a:t>
            </a:r>
            <a:r>
              <a:rPr kumimoji="1" lang="ja-JP" altLang="en-US" sz="2400"/>
              <a:t>情報</a:t>
            </a:r>
            <a:endParaRPr kumimoji="1" lang="en-US" altLang="ja-JP" sz="2400" dirty="0"/>
          </a:p>
          <a:p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774459F-ECB6-CE76-FD31-82AAA2E443B7}"/>
              </a:ext>
            </a:extLst>
          </p:cNvPr>
          <p:cNvSpPr txBox="1"/>
          <p:nvPr/>
        </p:nvSpPr>
        <p:spPr>
          <a:xfrm>
            <a:off x="5932700" y="2126799"/>
            <a:ext cx="1415772" cy="461665"/>
          </a:xfrm>
          <a:prstGeom prst="rect">
            <a:avLst/>
          </a:prstGeom>
          <a:noFill/>
          <a:ln w="38100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無線通信</a:t>
            </a:r>
          </a:p>
        </p:txBody>
      </p:sp>
    </p:spTree>
    <p:extLst>
      <p:ext uri="{BB962C8B-B14F-4D97-AF65-F5344CB8AC3E}">
        <p14:creationId xmlns:p14="http://schemas.microsoft.com/office/powerpoint/2010/main" val="3781302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24631</TotalTime>
  <Words>825</Words>
  <Application>Microsoft Macintosh PowerPoint</Application>
  <PresentationFormat>ワイド画面</PresentationFormat>
  <Paragraphs>320</Paragraphs>
  <Slides>28</Slides>
  <Notes>27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4" baseType="lpstr">
      <vt:lpstr>Hiragino Kaku Gothic Pro W3</vt:lpstr>
      <vt:lpstr>Hiragino Kaku Gothic ProN W3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佐藤　涼菜</dc:creator>
  <cp:lastModifiedBy>佐藤　涼菜</cp:lastModifiedBy>
  <cp:revision>6</cp:revision>
  <cp:lastPrinted>2026-05-17T19:51:05Z</cp:lastPrinted>
  <dcterms:created xsi:type="dcterms:W3CDTF">2026-04-27T18:12:12Z</dcterms:created>
  <dcterms:modified xsi:type="dcterms:W3CDTF">2026-05-23T12:17:30Z</dcterms:modified>
</cp:coreProperties>
</file>