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4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15"/>
  </p:normalViewPr>
  <p:slideViewPr>
    <p:cSldViewPr snapToGrid="0">
      <p:cViewPr varScale="1">
        <p:scale>
          <a:sx n="114" d="100"/>
          <a:sy n="11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8E40A-A53F-C343-AC4A-A1F2BB351FBB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A8B47-0E45-4D48-87C0-A249035BC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64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スライド＿操作インターフェース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60B9-6D53-4648-BB8C-70F9FF8FAD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460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87CC-B2EF-F39E-2CCE-C756CEF3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8455F4-C4EF-0CDE-F990-4A087B42F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AD9519B-3954-C1BD-2010-FF60F3115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観覧車見た目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97CB01-9F76-0B01-ED58-C29FA3355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60B9-6D53-4648-BB8C-70F9FF8FAD0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608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2717CF-92CF-7464-85C7-6C0EE9C30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8CF85A-AF92-9A57-E628-2DD5F1FD1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09AB41-4AD1-5B15-5D25-C16E4F73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CE6434-DF0A-4C99-D784-11976089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EB1275-B498-C2FF-A14F-CA905495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1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C01CFC-2C0C-92B2-3B8B-716C0FBE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B93381-F413-E7CB-B0DC-3FE84477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113810-40F3-1B91-72F4-A694877D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53F841-6403-EDBA-1C33-274F402D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6C3A44-AB73-8BA3-78AD-C7E1FE6A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11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8715D-99EC-C6FC-3DD3-2FC94AD8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99553C-15B6-3B2F-D7F0-E1E2088BF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9FB3A-65F7-6542-39E2-B55B2AA3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D5EED-3790-17D0-413E-1AE2C1F3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CE4043-03A0-693B-C5CB-17BDAF9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91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BF00B8-FBC1-6D8E-5713-FC594A03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A07A0C-22F2-B218-4BD2-ECCD66BBB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C0677C-4BDA-06C3-A128-7017F8B1C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A3B1FA-CA3C-F667-139E-7D162B44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149D5C-235F-CB43-1E5F-0067B99A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DE55B2-20B2-ECCF-46B9-8643D217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78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EE07A-3C44-62F5-AFF6-2594C272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5C3D2F-0032-0D94-6142-A2A7642D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82A1BC-AFFF-8E93-7AE7-AD04845CC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16A7A0-F9A2-5F1C-7670-5C880C7A2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450EC7-E2AD-F2B1-C86B-0747A3A86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E878CE5-6988-98DB-C45D-8A1AF5EB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1F5AB6A-EC4A-D55B-F808-DD9873EC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5730E3-6E1F-6C4A-4B6C-64C8B916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71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F4766-1A2C-69B8-E51A-38BF1013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E1596B-8F61-3102-FD38-EB83807C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50077C-FE87-55A0-1A4F-28AE5AB2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676C39-6B2A-F562-4008-2C37A064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79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3B5CF0-70F1-2A62-F738-12742218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78FC91-0D1D-B926-2A2B-C7CB66EF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81CFD1-BCDC-37BC-AC7C-A209424C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70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2833D-0CB7-A030-6399-2846A67A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565DAE-C7FA-2685-5D84-7BD5CCB3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5C7A40-47C5-9601-90A9-DD1EDB8A3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53533E-2774-271B-53B5-E559BB7E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27FD75-C8CE-0992-E928-D20B5561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782582-F634-B42D-075B-DCAA1FF6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49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7847A-1B62-5A54-02DF-C7B79FE2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1E3700D-B028-E998-A1F4-8634E2FAF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0A53A6-FB37-41F2-AA4C-238154C76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B9F572-6999-19E1-B639-8422251F1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B50C4C-5327-8EEE-65F3-537E88B8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49BB55-53CC-67B0-1199-124B3CAA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71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03456-BA54-7299-991A-327C8D82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92EC81-1CF2-EE32-F923-0A36174BB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8A1B6C-E956-0E07-5337-4E858187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31E61B-D31B-46EF-280B-8FC77D8D9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02833-97AA-AA26-9AAC-CBAE56C2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94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83B109-9A48-73BD-5493-77FD2D17A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D6D8F2-0FD2-76DB-14C6-1BED01AD4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0A882-EE6A-F00C-E9FB-7B2E817E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7951CC-5E51-A6BA-6421-B122649B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326E9-7431-9E41-5813-3982BB7C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77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9C4CE0-E6FD-A110-075E-DDB0C853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EE5863-AF4A-9C6A-2CDC-42898220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A55CB5-E5F8-A203-049E-69D93714A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11098-4460-204C-9345-0A9F8B4EE01E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054CFB-B6F2-9310-D1B6-42CE76197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514967-A542-B43F-0D6A-6F7985F8A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0E107-49FF-F84B-8937-997FC3E782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01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6A4831-1EFC-FB6F-4278-815744A6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601" y="6390800"/>
            <a:ext cx="2743200" cy="365125"/>
          </a:xfrm>
        </p:spPr>
        <p:txBody>
          <a:bodyPr/>
          <a:lstStyle/>
          <a:p>
            <a:fld id="{0B6D68B8-038E-7943-8C7E-5287C96C9B9F}" type="slidenum">
              <a:rPr kumimoji="1" lang="ja-JP" altLang="en-US" smtClean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1</a:t>
            </a:fld>
            <a:endParaRPr kumimoji="1" lang="ja-JP" altLang="en-US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FFBB25-65E6-3D16-0A29-59BF645F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20G0000</a:t>
            </a:r>
            <a:r>
              <a:rPr kumimoji="1" lang="ja-JP" altLang="en-US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名前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E4342FA-2159-2C2C-1898-4275803DC620}"/>
              </a:ext>
            </a:extLst>
          </p:cNvPr>
          <p:cNvCxnSpPr>
            <a:cxnSpLocks/>
          </p:cNvCxnSpPr>
          <p:nvPr/>
        </p:nvCxnSpPr>
        <p:spPr>
          <a:xfrm>
            <a:off x="271669" y="1046921"/>
            <a:ext cx="11648661" cy="0"/>
          </a:xfrm>
          <a:prstGeom prst="line">
            <a:avLst/>
          </a:prstGeom>
          <a:ln w="444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022BF4-9F9E-4ED8-88CC-16DBD0CD1D12}"/>
              </a:ext>
            </a:extLst>
          </p:cNvPr>
          <p:cNvSpPr txBox="1"/>
          <p:nvPr/>
        </p:nvSpPr>
        <p:spPr>
          <a:xfrm>
            <a:off x="501640" y="251791"/>
            <a:ext cx="7394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提案システム</a:t>
            </a:r>
            <a:r>
              <a:rPr kumimoji="1" lang="en-US" altLang="ja-JP" sz="48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(</a:t>
            </a:r>
            <a:r>
              <a:rPr kumimoji="1" lang="ja-JP" altLang="en-US" sz="48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ユーザ操作</a:t>
            </a:r>
            <a:r>
              <a:rPr kumimoji="1" lang="en-US" altLang="ja-JP" sz="48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)</a:t>
            </a:r>
            <a:endParaRPr kumimoji="1" lang="ja-JP" altLang="en-US" sz="48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1AA545E-BB73-22B0-B67C-40E5D747D2A3}"/>
              </a:ext>
            </a:extLst>
          </p:cNvPr>
          <p:cNvGrpSpPr/>
          <p:nvPr/>
        </p:nvGrpSpPr>
        <p:grpSpPr>
          <a:xfrm>
            <a:off x="847587" y="1827039"/>
            <a:ext cx="4092121" cy="2286551"/>
            <a:chOff x="754937" y="1460807"/>
            <a:chExt cx="3613863" cy="196819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479F3B0-E244-0E39-4621-276FAA581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13F739D-7481-EB9C-90A0-2AF5D94D8427}"/>
                </a:ext>
              </a:extLst>
            </p:cNvPr>
            <p:cNvSpPr txBox="1"/>
            <p:nvPr/>
          </p:nvSpPr>
          <p:spPr>
            <a:xfrm>
              <a:off x="754937" y="1460807"/>
              <a:ext cx="2607196" cy="1255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スライド式</a:t>
              </a:r>
              <a:endPara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可変抵抗器</a:t>
              </a:r>
            </a:p>
          </p:txBody>
        </p:sp>
      </p:grpSp>
      <p:sp>
        <p:nvSpPr>
          <p:cNvPr id="10" name="下矢印 9">
            <a:extLst>
              <a:ext uri="{FF2B5EF4-FFF2-40B4-BE49-F238E27FC236}">
                <a16:creationId xmlns:a16="http://schemas.microsoft.com/office/drawing/2014/main" id="{1878798A-0FC6-B6DA-12A6-B9DDFADDCAB2}"/>
              </a:ext>
            </a:extLst>
          </p:cNvPr>
          <p:cNvSpPr/>
          <p:nvPr/>
        </p:nvSpPr>
        <p:spPr>
          <a:xfrm rot="16200000">
            <a:off x="5380803" y="2071116"/>
            <a:ext cx="1067946" cy="97840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3C4536-3BCC-D982-977A-F266D474C045}"/>
              </a:ext>
            </a:extLst>
          </p:cNvPr>
          <p:cNvSpPr txBox="1"/>
          <p:nvPr/>
        </p:nvSpPr>
        <p:spPr>
          <a:xfrm>
            <a:off x="6595790" y="2283146"/>
            <a:ext cx="2178802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BPM</a:t>
            </a:r>
            <a:r>
              <a:rPr lang="ja-JP" altLang="en-US" sz="36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変更</a:t>
            </a:r>
            <a:endParaRPr kumimoji="1" lang="ja-JP" altLang="en-US" sz="36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4253E9-5F47-8B7A-27C6-E81B941677C6}"/>
              </a:ext>
            </a:extLst>
          </p:cNvPr>
          <p:cNvSpPr txBox="1"/>
          <p:nvPr/>
        </p:nvSpPr>
        <p:spPr>
          <a:xfrm>
            <a:off x="6595790" y="4664402"/>
            <a:ext cx="203132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36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音量変更</a:t>
            </a:r>
            <a:endParaRPr kumimoji="1" lang="ja-JP" altLang="en-US" sz="36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5890BF39-2422-81F3-4DAE-84993CC47EDB}"/>
              </a:ext>
            </a:extLst>
          </p:cNvPr>
          <p:cNvSpPr/>
          <p:nvPr/>
        </p:nvSpPr>
        <p:spPr>
          <a:xfrm rot="16200000">
            <a:off x="5380803" y="4498365"/>
            <a:ext cx="1067946" cy="97840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曲線コネクタ 19">
            <a:extLst>
              <a:ext uri="{FF2B5EF4-FFF2-40B4-BE49-F238E27FC236}">
                <a16:creationId xmlns:a16="http://schemas.microsoft.com/office/drawing/2014/main" id="{1D059DDB-1974-0EF5-1CAC-F8D57495E9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48714" y="1494491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E6D1F7A-5D12-1DAE-38D0-4A8977CCA85E}"/>
              </a:ext>
            </a:extLst>
          </p:cNvPr>
          <p:cNvGrpSpPr/>
          <p:nvPr/>
        </p:nvGrpSpPr>
        <p:grpSpPr>
          <a:xfrm>
            <a:off x="9324244" y="1777496"/>
            <a:ext cx="1499748" cy="2470161"/>
            <a:chOff x="5888474" y="867622"/>
            <a:chExt cx="2798662" cy="4609537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1383E4A3-D773-FE71-8E5C-F636258F8B3B}"/>
                </a:ext>
              </a:extLst>
            </p:cNvPr>
            <p:cNvGrpSpPr/>
            <p:nvPr/>
          </p:nvGrpSpPr>
          <p:grpSpPr>
            <a:xfrm>
              <a:off x="5888474" y="867622"/>
              <a:ext cx="2798662" cy="4609537"/>
              <a:chOff x="4024191" y="1027860"/>
              <a:chExt cx="2798662" cy="4609537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089C7321-19DB-2DE9-B6A4-72C83BD89E3C}"/>
                  </a:ext>
                </a:extLst>
              </p:cNvPr>
              <p:cNvSpPr/>
              <p:nvPr/>
            </p:nvSpPr>
            <p:spPr>
              <a:xfrm rot="10800000">
                <a:off x="4024191" y="2250985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17B36A4A-26F3-250A-3AF0-466C0C790675}"/>
                  </a:ext>
                </a:extLst>
              </p:cNvPr>
              <p:cNvGrpSpPr/>
              <p:nvPr/>
            </p:nvGrpSpPr>
            <p:grpSpPr>
              <a:xfrm>
                <a:off x="4086842" y="1027860"/>
                <a:ext cx="2736011" cy="4609537"/>
                <a:chOff x="4086842" y="1027860"/>
                <a:chExt cx="2736011" cy="4609537"/>
              </a:xfrm>
            </p:grpSpPr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B543E03A-D436-A88E-76E0-C6B2E3E2EFB5}"/>
                    </a:ext>
                  </a:extLst>
                </p:cNvPr>
                <p:cNvSpPr/>
                <p:nvPr/>
              </p:nvSpPr>
              <p:spPr>
                <a:xfrm rot="10800000">
                  <a:off x="5247316" y="1027860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8" name="グループ化 27">
                  <a:extLst>
                    <a:ext uri="{FF2B5EF4-FFF2-40B4-BE49-F238E27FC236}">
                      <a16:creationId xmlns:a16="http://schemas.microsoft.com/office/drawing/2014/main" id="{3E617924-C831-97D7-19F3-1A0BB116CC05}"/>
                    </a:ext>
                  </a:extLst>
                </p:cNvPr>
                <p:cNvGrpSpPr/>
                <p:nvPr/>
              </p:nvGrpSpPr>
              <p:grpSpPr>
                <a:xfrm>
                  <a:off x="4086842" y="1152580"/>
                  <a:ext cx="2736011" cy="4484817"/>
                  <a:chOff x="4086842" y="1152580"/>
                  <a:chExt cx="2736011" cy="4484817"/>
                </a:xfrm>
              </p:grpSpPr>
              <p:grpSp>
                <p:nvGrpSpPr>
                  <p:cNvPr id="29" name="グループ化 28">
                    <a:extLst>
                      <a:ext uri="{FF2B5EF4-FFF2-40B4-BE49-F238E27FC236}">
                        <a16:creationId xmlns:a16="http://schemas.microsoft.com/office/drawing/2014/main" id="{5A28860B-2DF7-3E1C-42B9-5838E1A4F372}"/>
                      </a:ext>
                    </a:extLst>
                  </p:cNvPr>
                  <p:cNvGrpSpPr/>
                  <p:nvPr/>
                </p:nvGrpSpPr>
                <p:grpSpPr>
                  <a:xfrm>
                    <a:off x="4086842" y="1152580"/>
                    <a:ext cx="2736011" cy="4484817"/>
                    <a:chOff x="4184786" y="579120"/>
                    <a:chExt cx="3886302" cy="6370355"/>
                  </a:xfrm>
                </p:grpSpPr>
                <p:sp>
                  <p:nvSpPr>
                    <p:cNvPr id="31" name="正方形/長方形 30">
                      <a:extLst>
                        <a:ext uri="{FF2B5EF4-FFF2-40B4-BE49-F238E27FC236}">
                          <a16:creationId xmlns:a16="http://schemas.microsoft.com/office/drawing/2014/main" id="{14FC2F12-6C5B-0C99-FCED-D84EE90ED2F9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484828" y="2155053"/>
                      <a:ext cx="525688" cy="354311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2" name="フローチャート: 手作業 31">
                      <a:extLst>
                        <a:ext uri="{FF2B5EF4-FFF2-40B4-BE49-F238E27FC236}">
                          <a16:creationId xmlns:a16="http://schemas.microsoft.com/office/drawing/2014/main" id="{864654A7-586C-4B36-9C6B-7371DE5A51A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638801" y="2849889"/>
                      <a:ext cx="914400" cy="2484111"/>
                    </a:xfrm>
                    <a:prstGeom prst="flowChartManualOperation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3" name="円/楕円 32">
                      <a:extLst>
                        <a:ext uri="{FF2B5EF4-FFF2-40B4-BE49-F238E27FC236}">
                          <a16:creationId xmlns:a16="http://schemas.microsoft.com/office/drawing/2014/main" id="{ECA4847B-0930-F8E5-2545-40582A731A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8639" y="579120"/>
                      <a:ext cx="3474721" cy="347472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34" name="直線コネクタ 33">
                      <a:extLst>
                        <a:ext uri="{FF2B5EF4-FFF2-40B4-BE49-F238E27FC236}">
                          <a16:creationId xmlns:a16="http://schemas.microsoft.com/office/drawing/2014/main" id="{567D6B31-EBF8-A00C-E984-B65689756B06}"/>
                        </a:ext>
                      </a:extLst>
                    </p:cNvPr>
                    <p:cNvCxnSpPr>
                      <a:cxnSpLocks/>
                      <a:stCxn id="33" idx="2"/>
                      <a:endCxn id="33" idx="6"/>
                    </p:cNvCxnSpPr>
                    <p:nvPr/>
                  </p:nvCxnSpPr>
                  <p:spPr>
                    <a:xfrm>
                      <a:off x="4358638" y="2316480"/>
                      <a:ext cx="347472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線コネクタ 34">
                      <a:extLst>
                        <a:ext uri="{FF2B5EF4-FFF2-40B4-BE49-F238E27FC236}">
                          <a16:creationId xmlns:a16="http://schemas.microsoft.com/office/drawing/2014/main" id="{CAFDE043-7C99-423F-EADC-7D1FE8720C0D}"/>
                        </a:ext>
                      </a:extLst>
                    </p:cNvPr>
                    <p:cNvCxnSpPr>
                      <a:cxnSpLocks/>
                      <a:endCxn id="33" idx="0"/>
                    </p:cNvCxnSpPr>
                    <p:nvPr/>
                  </p:nvCxnSpPr>
                  <p:spPr>
                    <a:xfrm flipV="1">
                      <a:off x="6096000" y="579120"/>
                      <a:ext cx="0" cy="380237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正方形/長方形 35">
                      <a:extLst>
                        <a:ext uri="{FF2B5EF4-FFF2-40B4-BE49-F238E27FC236}">
                          <a16:creationId xmlns:a16="http://schemas.microsoft.com/office/drawing/2014/main" id="{4F765B91-30B0-B62B-6CF4-178F5E9CB9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4786" y="5334001"/>
                      <a:ext cx="3886302" cy="161547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30" name="正方形/長方形 29">
                    <a:extLst>
                      <a:ext uri="{FF2B5EF4-FFF2-40B4-BE49-F238E27FC236}">
                        <a16:creationId xmlns:a16="http://schemas.microsoft.com/office/drawing/2014/main" id="{27A1CB38-48FD-1923-C7D5-121A680CB42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69798" y="3498149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847645BA-27E0-6674-73B4-905FE53BCF8D}"/>
                </a:ext>
              </a:extLst>
            </p:cNvPr>
            <p:cNvSpPr/>
            <p:nvPr/>
          </p:nvSpPr>
          <p:spPr>
            <a:xfrm>
              <a:off x="6929845" y="4585760"/>
              <a:ext cx="715920" cy="715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E8093D61-C46C-5F7F-C517-ED15310C427A}"/>
              </a:ext>
            </a:extLst>
          </p:cNvPr>
          <p:cNvGrpSpPr/>
          <p:nvPr/>
        </p:nvGrpSpPr>
        <p:grpSpPr>
          <a:xfrm>
            <a:off x="838200" y="4129836"/>
            <a:ext cx="4092121" cy="2286551"/>
            <a:chOff x="754937" y="1460807"/>
            <a:chExt cx="3613863" cy="1968193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7ED1BF10-B790-3C6A-73C2-00BCE4BEF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455C699-E69C-3B49-3B61-9A0E082E94C3}"/>
                </a:ext>
              </a:extLst>
            </p:cNvPr>
            <p:cNvSpPr txBox="1"/>
            <p:nvPr/>
          </p:nvSpPr>
          <p:spPr>
            <a:xfrm>
              <a:off x="754937" y="1460807"/>
              <a:ext cx="2607196" cy="1255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スライド式</a:t>
              </a:r>
              <a:endPara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可変抵抗器</a:t>
              </a:r>
            </a:p>
          </p:txBody>
        </p:sp>
      </p:grpSp>
      <p:pic>
        <p:nvPicPr>
          <p:cNvPr id="44" name="図 43">
            <a:extLst>
              <a:ext uri="{FF2B5EF4-FFF2-40B4-BE49-F238E27FC236}">
                <a16:creationId xmlns:a16="http://schemas.microsoft.com/office/drawing/2014/main" id="{BD838C53-528B-9E1D-6B60-FBDA3FF3F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958" y="4773116"/>
            <a:ext cx="2274631" cy="17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2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81D-0C1C-C43F-2849-C4F1778F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DEC253-7F02-B079-5A6B-8FADB844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D68B8-038E-7943-8C7E-5287C96C9B9F}" type="slidenum">
              <a:rPr kumimoji="1" lang="ja-JP" altLang="en-US" smtClean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</a:t>
            </a:fld>
            <a:endParaRPr kumimoji="1" lang="ja-JP" altLang="en-US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E0C242-6B31-B690-354B-9585AD2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7403" y="6504462"/>
            <a:ext cx="2743200" cy="365125"/>
          </a:xfrm>
        </p:spPr>
        <p:txBody>
          <a:bodyPr/>
          <a:lstStyle/>
          <a:p>
            <a:r>
              <a:rPr kumimoji="1" lang="en-US" altLang="ja-JP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20G0000</a:t>
            </a:r>
            <a:r>
              <a:rPr kumimoji="1" lang="ja-JP" altLang="en-US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名前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9D0AE15-EDB3-A3B7-D0B4-AB3682744030}"/>
              </a:ext>
            </a:extLst>
          </p:cNvPr>
          <p:cNvCxnSpPr>
            <a:cxnSpLocks/>
          </p:cNvCxnSpPr>
          <p:nvPr/>
        </p:nvCxnSpPr>
        <p:spPr>
          <a:xfrm>
            <a:off x="271669" y="1046921"/>
            <a:ext cx="11648661" cy="0"/>
          </a:xfrm>
          <a:prstGeom prst="line">
            <a:avLst/>
          </a:prstGeom>
          <a:ln w="444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23B707-E142-8E48-EEE9-E6C47A39BEA2}"/>
              </a:ext>
            </a:extLst>
          </p:cNvPr>
          <p:cNvSpPr txBox="1"/>
          <p:nvPr/>
        </p:nvSpPr>
        <p:spPr>
          <a:xfrm>
            <a:off x="501640" y="251791"/>
            <a:ext cx="5548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提案システム</a:t>
            </a:r>
            <a:r>
              <a:rPr kumimoji="1" lang="en-US" altLang="ja-JP" sz="48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(</a:t>
            </a:r>
            <a:r>
              <a:rPr kumimoji="1" lang="ja-JP" altLang="en-US" sz="480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受光</a:t>
            </a:r>
            <a:r>
              <a:rPr kumimoji="1" lang="en-US" altLang="ja-JP" sz="48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)</a:t>
            </a:r>
            <a:endParaRPr kumimoji="1" lang="ja-JP" altLang="en-US" sz="480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5820FDE-C1AF-7891-5029-610DDB03C7C2}"/>
              </a:ext>
            </a:extLst>
          </p:cNvPr>
          <p:cNvGrpSpPr/>
          <p:nvPr/>
        </p:nvGrpSpPr>
        <p:grpSpPr>
          <a:xfrm>
            <a:off x="8334520" y="1223759"/>
            <a:ext cx="958598" cy="4671093"/>
            <a:chOff x="8912592" y="1763694"/>
            <a:chExt cx="621708" cy="3029479"/>
          </a:xfrm>
        </p:grpSpPr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99F12409-D79F-2D0B-DEE6-2EA940FDB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9007" y="1763694"/>
              <a:ext cx="26472" cy="2644125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台形 8">
              <a:extLst>
                <a:ext uri="{FF2B5EF4-FFF2-40B4-BE49-F238E27FC236}">
                  <a16:creationId xmlns:a16="http://schemas.microsoft.com/office/drawing/2014/main" id="{DAFD8409-231D-F351-445B-3CCC187C9DC1}"/>
                </a:ext>
              </a:extLst>
            </p:cNvPr>
            <p:cNvSpPr/>
            <p:nvPr/>
          </p:nvSpPr>
          <p:spPr>
            <a:xfrm>
              <a:off x="8912592" y="3681414"/>
              <a:ext cx="563880" cy="1111759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0ABA7C-1F6F-485A-C899-1BD020FEC19B}"/>
                </a:ext>
              </a:extLst>
            </p:cNvPr>
            <p:cNvSpPr/>
            <p:nvPr/>
          </p:nvSpPr>
          <p:spPr>
            <a:xfrm rot="10800000">
              <a:off x="9183666" y="2702665"/>
              <a:ext cx="350634" cy="35740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円/楕円 11">
            <a:extLst>
              <a:ext uri="{FF2B5EF4-FFF2-40B4-BE49-F238E27FC236}">
                <a16:creationId xmlns:a16="http://schemas.microsoft.com/office/drawing/2014/main" id="{34368B65-B738-A6E2-043A-B2898AD6CF88}"/>
              </a:ext>
            </a:extLst>
          </p:cNvPr>
          <p:cNvSpPr/>
          <p:nvPr/>
        </p:nvSpPr>
        <p:spPr>
          <a:xfrm>
            <a:off x="10218908" y="2278772"/>
            <a:ext cx="893243" cy="12801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A9D45A5-A0EB-ED5F-EA98-953CD4D8D9A4}"/>
              </a:ext>
            </a:extLst>
          </p:cNvPr>
          <p:cNvSpPr txBox="1"/>
          <p:nvPr/>
        </p:nvSpPr>
        <p:spPr>
          <a:xfrm>
            <a:off x="4769011" y="3978418"/>
            <a:ext cx="18578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solidFill>
                  <a:srgbClr val="92D05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LED</a:t>
            </a:r>
            <a:endParaRPr kumimoji="1" lang="ja-JP" altLang="en-US" sz="3200">
              <a:solidFill>
                <a:srgbClr val="92D050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47DE700-DE4F-3220-60E6-A8AE1CF253E9}"/>
              </a:ext>
            </a:extLst>
          </p:cNvPr>
          <p:cNvCxnSpPr>
            <a:cxnSpLocks/>
          </p:cNvCxnSpPr>
          <p:nvPr/>
        </p:nvCxnSpPr>
        <p:spPr>
          <a:xfrm>
            <a:off x="3932940" y="3279739"/>
            <a:ext cx="718573" cy="698679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AC928A2-780A-315F-E623-7B205B6CB3BF}"/>
              </a:ext>
            </a:extLst>
          </p:cNvPr>
          <p:cNvCxnSpPr>
            <a:cxnSpLocks/>
          </p:cNvCxnSpPr>
          <p:nvPr/>
        </p:nvCxnSpPr>
        <p:spPr>
          <a:xfrm flipV="1">
            <a:off x="2391452" y="4428305"/>
            <a:ext cx="2077653" cy="285416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744E5D51-6FE2-E8C6-32C9-C32503082AAE}"/>
              </a:ext>
            </a:extLst>
          </p:cNvPr>
          <p:cNvGrpSpPr/>
          <p:nvPr/>
        </p:nvGrpSpPr>
        <p:grpSpPr>
          <a:xfrm>
            <a:off x="174972" y="1284850"/>
            <a:ext cx="3799677" cy="5017550"/>
            <a:chOff x="562971" y="1131747"/>
            <a:chExt cx="3770417" cy="5166353"/>
          </a:xfrm>
        </p:grpSpPr>
        <p:sp>
          <p:nvSpPr>
            <p:cNvPr id="52" name="フローチャート: 手作業 51">
              <a:extLst>
                <a:ext uri="{FF2B5EF4-FFF2-40B4-BE49-F238E27FC236}">
                  <a16:creationId xmlns:a16="http://schemas.microsoft.com/office/drawing/2014/main" id="{1F1E0F63-03D0-A3ED-4732-80B9D95757F2}"/>
                </a:ext>
              </a:extLst>
            </p:cNvPr>
            <p:cNvSpPr/>
            <p:nvPr/>
          </p:nvSpPr>
          <p:spPr>
            <a:xfrm rot="10800000">
              <a:off x="2158042" y="3704974"/>
              <a:ext cx="688672" cy="1956422"/>
            </a:xfrm>
            <a:prstGeom prst="flowChartManualOperat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A791584D-D96F-4C05-231E-80FE71AF2EC0}"/>
                </a:ext>
              </a:extLst>
            </p:cNvPr>
            <p:cNvGrpSpPr/>
            <p:nvPr/>
          </p:nvGrpSpPr>
          <p:grpSpPr>
            <a:xfrm>
              <a:off x="562971" y="1131747"/>
              <a:ext cx="3770417" cy="3669220"/>
              <a:chOff x="1005400" y="1306064"/>
              <a:chExt cx="2948337" cy="2869204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135D07EC-7748-F3BA-4318-F772D2E8EF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1836" y="1351219"/>
                <a:ext cx="0" cy="282404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グループ化 57">
                <a:extLst>
                  <a:ext uri="{FF2B5EF4-FFF2-40B4-BE49-F238E27FC236}">
                    <a16:creationId xmlns:a16="http://schemas.microsoft.com/office/drawing/2014/main" id="{509B3D30-0346-BCE9-986E-D7652286ED8B}"/>
                  </a:ext>
                </a:extLst>
              </p:cNvPr>
              <p:cNvGrpSpPr/>
              <p:nvPr/>
            </p:nvGrpSpPr>
            <p:grpSpPr>
              <a:xfrm>
                <a:off x="1005400" y="1306064"/>
                <a:ext cx="2948337" cy="2869204"/>
                <a:chOff x="1005400" y="1306064"/>
                <a:chExt cx="2948337" cy="2869204"/>
              </a:xfrm>
            </p:grpSpPr>
            <p:sp>
              <p:nvSpPr>
                <p:cNvPr id="45" name="正方形/長方形 44">
                  <a:extLst>
                    <a:ext uri="{FF2B5EF4-FFF2-40B4-BE49-F238E27FC236}">
                      <a16:creationId xmlns:a16="http://schemas.microsoft.com/office/drawing/2014/main" id="{85325741-1CDB-87C6-254A-DDCDCA25ED92}"/>
                    </a:ext>
                  </a:extLst>
                </p:cNvPr>
                <p:cNvSpPr/>
                <p:nvPr/>
              </p:nvSpPr>
              <p:spPr>
                <a:xfrm rot="10800000">
                  <a:off x="1005400" y="2596411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921797E8-2F8F-E590-96FE-282F29438B5C}"/>
                    </a:ext>
                  </a:extLst>
                </p:cNvPr>
                <p:cNvSpPr/>
                <p:nvPr/>
              </p:nvSpPr>
              <p:spPr>
                <a:xfrm rot="10800000">
                  <a:off x="2313877" y="1306064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1" name="正方形/長方形 50">
                  <a:extLst>
                    <a:ext uri="{FF2B5EF4-FFF2-40B4-BE49-F238E27FC236}">
                      <a16:creationId xmlns:a16="http://schemas.microsoft.com/office/drawing/2014/main" id="{66B478EC-A38A-B1A6-8E03-FC21F06B4D69}"/>
                    </a:ext>
                  </a:extLst>
                </p:cNvPr>
                <p:cNvSpPr/>
                <p:nvPr/>
              </p:nvSpPr>
              <p:spPr>
                <a:xfrm rot="10800000">
                  <a:off x="3557820" y="2608094"/>
                  <a:ext cx="395917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3" name="円/楕円 52">
                  <a:extLst>
                    <a:ext uri="{FF2B5EF4-FFF2-40B4-BE49-F238E27FC236}">
                      <a16:creationId xmlns:a16="http://schemas.microsoft.com/office/drawing/2014/main" id="{ACCCBC08-5790-F0E7-AC2C-D977070B9F41}"/>
                    </a:ext>
                  </a:extLst>
                </p:cNvPr>
                <p:cNvSpPr/>
                <p:nvPr/>
              </p:nvSpPr>
              <p:spPr>
                <a:xfrm>
                  <a:off x="1203359" y="1437639"/>
                  <a:ext cx="2616955" cy="25806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4" name="直線コネクタ 53">
                  <a:extLst>
                    <a:ext uri="{FF2B5EF4-FFF2-40B4-BE49-F238E27FC236}">
                      <a16:creationId xmlns:a16="http://schemas.microsoft.com/office/drawing/2014/main" id="{2CA4C4B9-CB7D-10FB-2E59-2F43814C7198}"/>
                    </a:ext>
                  </a:extLst>
                </p:cNvPr>
                <p:cNvCxnSpPr>
                  <a:cxnSpLocks/>
                  <a:stCxn id="53" idx="2"/>
                  <a:endCxn id="53" idx="6"/>
                </p:cNvCxnSpPr>
                <p:nvPr/>
              </p:nvCxnSpPr>
              <p:spPr>
                <a:xfrm>
                  <a:off x="1203358" y="2727986"/>
                  <a:ext cx="2616956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DB14D03B-49F7-6B10-6A45-5C74F6B32140}"/>
                    </a:ext>
                  </a:extLst>
                </p:cNvPr>
                <p:cNvSpPr/>
                <p:nvPr/>
              </p:nvSpPr>
              <p:spPr>
                <a:xfrm rot="10800000">
                  <a:off x="2337927" y="3912119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CD332011-F49E-EE98-11B3-9C6DEF5404EC}"/>
                </a:ext>
              </a:extLst>
            </p:cNvPr>
            <p:cNvGrpSpPr/>
            <p:nvPr/>
          </p:nvGrpSpPr>
          <p:grpSpPr>
            <a:xfrm>
              <a:off x="1314970" y="5154406"/>
              <a:ext cx="2348948" cy="1143694"/>
              <a:chOff x="1232452" y="5140568"/>
              <a:chExt cx="2348948" cy="1143694"/>
            </a:xfrm>
          </p:grpSpPr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4BBFD44B-070E-A328-B93A-0F4F4E22E509}"/>
                  </a:ext>
                </a:extLst>
              </p:cNvPr>
              <p:cNvSpPr/>
              <p:nvPr/>
            </p:nvSpPr>
            <p:spPr>
              <a:xfrm>
                <a:off x="1232452" y="5140568"/>
                <a:ext cx="2348948" cy="114369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角丸四角形 43">
                <a:extLst>
                  <a:ext uri="{FF2B5EF4-FFF2-40B4-BE49-F238E27FC236}">
                    <a16:creationId xmlns:a16="http://schemas.microsoft.com/office/drawing/2014/main" id="{434E9281-B6A2-41FC-2985-2886FDA0721F}"/>
                  </a:ext>
                </a:extLst>
              </p:cNvPr>
              <p:cNvSpPr/>
              <p:nvPr/>
            </p:nvSpPr>
            <p:spPr>
              <a:xfrm>
                <a:off x="1763740" y="5359592"/>
                <a:ext cx="1286371" cy="7552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3600">
                  <a:solidFill>
                    <a:schemeClr val="tx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endParaRPr>
              </a:p>
            </p:txBody>
          </p:sp>
        </p:grpSp>
      </p:grp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3FEAE51E-5DFD-6586-F240-599448172D69}"/>
              </a:ext>
            </a:extLst>
          </p:cNvPr>
          <p:cNvCxnSpPr>
            <a:cxnSpLocks/>
          </p:cNvCxnSpPr>
          <p:nvPr/>
        </p:nvCxnSpPr>
        <p:spPr>
          <a:xfrm>
            <a:off x="2735369" y="5753187"/>
            <a:ext cx="1025348" cy="31563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7449A16-B5E4-0795-1A2B-F623250C5867}"/>
              </a:ext>
            </a:extLst>
          </p:cNvPr>
          <p:cNvSpPr txBox="1"/>
          <p:nvPr/>
        </p:nvSpPr>
        <p:spPr>
          <a:xfrm>
            <a:off x="3743891" y="5960902"/>
            <a:ext cx="480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LED</a:t>
            </a:r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マトリクス</a:t>
            </a:r>
            <a:endParaRPr kumimoji="1" lang="ja-JP" altLang="en-US" sz="32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271F42BE-BDFB-540D-9ECB-A439A8DBF98C}"/>
              </a:ext>
            </a:extLst>
          </p:cNvPr>
          <p:cNvSpPr txBox="1"/>
          <p:nvPr/>
        </p:nvSpPr>
        <p:spPr>
          <a:xfrm>
            <a:off x="9463569" y="5001679"/>
            <a:ext cx="480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光センサ</a:t>
            </a:r>
            <a:endParaRPr kumimoji="1" lang="ja-JP" altLang="en-US" sz="32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6609BFB3-8F00-E84D-CA9D-BE6453FBF30D}"/>
              </a:ext>
            </a:extLst>
          </p:cNvPr>
          <p:cNvCxnSpPr>
            <a:cxnSpLocks/>
          </p:cNvCxnSpPr>
          <p:nvPr/>
        </p:nvCxnSpPr>
        <p:spPr>
          <a:xfrm flipV="1">
            <a:off x="10509596" y="3706240"/>
            <a:ext cx="148716" cy="1295439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角丸四角形 92">
            <a:extLst>
              <a:ext uri="{FF2B5EF4-FFF2-40B4-BE49-F238E27FC236}">
                <a16:creationId xmlns:a16="http://schemas.microsoft.com/office/drawing/2014/main" id="{B63A2D76-0F49-C1D6-6EB0-523E6536399D}"/>
              </a:ext>
            </a:extLst>
          </p:cNvPr>
          <p:cNvSpPr/>
          <p:nvPr/>
        </p:nvSpPr>
        <p:spPr>
          <a:xfrm>
            <a:off x="8196959" y="5433445"/>
            <a:ext cx="234326" cy="75526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52948F7A-2BB5-54F2-97D3-8C0FDE7A34C3}"/>
              </a:ext>
            </a:extLst>
          </p:cNvPr>
          <p:cNvSpPr txBox="1"/>
          <p:nvPr/>
        </p:nvSpPr>
        <p:spPr>
          <a:xfrm>
            <a:off x="9237166" y="1340932"/>
            <a:ext cx="2054273" cy="769441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側面図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7B9AF418-F29F-CE53-8A59-C9679D59A7F7}"/>
              </a:ext>
            </a:extLst>
          </p:cNvPr>
          <p:cNvSpPr txBox="1"/>
          <p:nvPr/>
        </p:nvSpPr>
        <p:spPr>
          <a:xfrm>
            <a:off x="3969699" y="1314675"/>
            <a:ext cx="2054273" cy="769441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正面</a:t>
            </a:r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図</a:t>
            </a: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05390FA5-C6C0-281D-AB54-FFF6A8DAC7AD}"/>
              </a:ext>
            </a:extLst>
          </p:cNvPr>
          <p:cNvSpPr/>
          <p:nvPr/>
        </p:nvSpPr>
        <p:spPr>
          <a:xfrm>
            <a:off x="8334520" y="5191647"/>
            <a:ext cx="902646" cy="1110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97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42</Words>
  <Application>Microsoft Macintosh PowerPoint</Application>
  <PresentationFormat>ワイド画面</PresentationFormat>
  <Paragraphs>21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Hiragino Kaku Gothic Pro W3</vt:lpstr>
      <vt:lpstr>Hiragino Kaku Gothic ProN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　涼菜</dc:creator>
  <cp:lastModifiedBy>佐藤　涼菜</cp:lastModifiedBy>
  <cp:revision>1</cp:revision>
  <dcterms:created xsi:type="dcterms:W3CDTF">2026-05-16T20:35:30Z</dcterms:created>
  <dcterms:modified xsi:type="dcterms:W3CDTF">2026-05-17T23:57:48Z</dcterms:modified>
</cp:coreProperties>
</file>