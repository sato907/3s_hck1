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94759"/>
  </p:normalViewPr>
  <p:slideViewPr>
    <p:cSldViewPr snapToGrid="0">
      <p:cViewPr varScale="1">
        <p:scale>
          <a:sx n="93" d="100"/>
          <a:sy n="93" d="100"/>
        </p:scale>
        <p:origin x="208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5FAEB-7465-8C4A-80F8-8997C446ABDB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C839B-2929-CC43-B73E-9A0188BB64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0870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71D6DA-405C-A72D-FF40-479804F44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FCBCB62-3947-9E8B-D94F-62030F6D7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63CE4D-D899-1320-5BD9-67C1D42BB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583BC5-2EBB-5E53-FC09-1442A9EDB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622333-99E9-0AC5-B0EE-D7CFF79B6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5245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5C5E3F-2527-7D5D-25B1-EC8AF617E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48C034-A44B-1170-033E-985F24A51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B5404D-0674-7597-A76F-AAACCB91A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C83230-C31E-48FE-ACC3-C1517758D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45B249-96E6-F5AC-A6AF-639DDD955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7553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347808-C708-05C7-218F-7E9DB68F5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08D49C-F0B2-92BC-3F36-BDCB712D3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485AD1-819D-1606-5A06-A53922859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704B64-7F8A-02FA-7D6B-AC04B0D5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16D524-239C-A6F3-C7BF-681B1D11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8489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B8EAD-8672-F90C-3638-95CF6C295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6FB44C-F997-8C64-86E8-C23D5F106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5D8F251-D2D6-43F2-6F9E-FC2D52F5A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DE5E155-6FBD-D72C-EB4A-C0477B022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7F6A15-C44D-6CDB-37B3-1A7F0DE2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A9ECD0-F8AD-F7F8-95FB-EAAF04490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3338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53118C-D2E5-D3F6-FF56-4A1D3EB5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9EDDB2-38A4-F4DD-D9F2-5590A960A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F4AA044-6875-5840-1E93-C724C1082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16DDBF8-6439-6098-3644-7E799FF59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E738253-9C9B-533C-1DC9-37A79826A2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6F38382-DE19-1B23-9485-39B40C7A4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B18293F-2CD3-A9D8-948B-107D54789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6B5C777-0EA6-6010-CABF-8F8FC9066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2593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58E775-24FA-AD34-CC43-965C662C4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0F28E16-1ADF-DCFE-815A-ADBB17EB8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306EF74-EC0A-2E6A-58C7-A88CE0453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AF7A3FA-75BC-F3C5-402E-977465437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557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06A635-A6E1-6E16-723F-3BBF11BF5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93056CC-A0E8-14D4-C4AC-D74F89EC3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C155DE5-A9BF-4C2D-ED03-CA5065E73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719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ECE5AD-7A78-5F5A-560D-3A05568A9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62771D-180A-BFAD-3F98-A3A8F4496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DBF6ABA-2260-8206-6FC0-F1E29A91D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1AAE8D-999A-1233-B196-98341BCC8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E933235-1CDE-E0C9-D9C0-38F4FA08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C705FF-E6EA-B8E3-5B58-9424A579D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7444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43791D-B838-412A-652E-048B7D7C5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C68B103-0188-67C9-759C-804872A514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D4146E5-3BE2-C344-AB33-F5ACC7DDB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4E908D-2B03-6A3C-EE6A-36717F550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76438E-DCA4-49FD-F6F5-1ADF3C91C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F7031D-1714-4930-57A0-AC0A9A837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8491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6078BE-6282-8894-048F-FFCD6EC13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C385CA-D77D-EED1-4A9B-7670EADE9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4CEEF1-37F9-CBED-DC83-D4C9305A1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54B670-6BAC-2E27-1618-4FA1D005B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B1059A-342D-8347-EA4E-9D5637495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3811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8D864A2-7314-BB14-6710-1C1BF88B37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42F80E-A17F-C5BA-11BD-7AAD2429B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501EC1-D02F-88A0-3ACF-47FFE312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819F90-522D-201C-37BF-19DDA0461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F69D82-531E-1562-BAB2-406D3D510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173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53ED76B-5769-7D38-9D4D-007C74C5A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AD988BC-D54F-83F9-9052-1D97CE531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D5B95A-671D-0953-1973-207EED65F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964EF6-9EF5-A449-B2D6-E896714761EF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6D8008-C537-A5C5-9E24-62981B34BD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94B118-DD13-CC3A-B29B-6566FD08F1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135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4">
            <a:extLst>
              <a:ext uri="{FF2B5EF4-FFF2-40B4-BE49-F238E27FC236}">
                <a16:creationId xmlns:a16="http://schemas.microsoft.com/office/drawing/2014/main" id="{24A598B6-169B-A943-39E7-E457952F9251}"/>
              </a:ext>
            </a:extLst>
          </p:cNvPr>
          <p:cNvSpPr/>
          <p:nvPr/>
        </p:nvSpPr>
        <p:spPr>
          <a:xfrm>
            <a:off x="967252" y="363587"/>
            <a:ext cx="3646311" cy="16707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>
                <a:solidFill>
                  <a:schemeClr val="tx1"/>
                </a:solidFill>
              </a:rPr>
              <a:t>指揮デバイス</a:t>
            </a: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40237D29-4A58-0ECA-33EB-4723A85608DB}"/>
              </a:ext>
            </a:extLst>
          </p:cNvPr>
          <p:cNvSpPr/>
          <p:nvPr/>
        </p:nvSpPr>
        <p:spPr>
          <a:xfrm>
            <a:off x="967252" y="3726671"/>
            <a:ext cx="3646311" cy="16707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>
                <a:solidFill>
                  <a:schemeClr val="tx1"/>
                </a:solidFill>
              </a:rPr>
              <a:t>ドラム</a:t>
            </a:r>
            <a:r>
              <a:rPr lang="en-US" altLang="ja-JP" sz="3600" dirty="0">
                <a:solidFill>
                  <a:schemeClr val="tx1"/>
                </a:solidFill>
              </a:rPr>
              <a:t>(</a:t>
            </a:r>
            <a:r>
              <a:rPr lang="en-US" altLang="ja-JP" sz="3600" dirty="0" err="1">
                <a:solidFill>
                  <a:schemeClr val="tx1"/>
                </a:solidFill>
              </a:rPr>
              <a:t>Aruduino</a:t>
            </a:r>
            <a:r>
              <a:rPr lang="en-US" altLang="ja-JP" sz="3600" dirty="0">
                <a:solidFill>
                  <a:schemeClr val="tx1"/>
                </a:solidFill>
              </a:rPr>
              <a:t>)</a:t>
            </a:r>
            <a:endParaRPr kumimoji="1" lang="ja-JP" altLang="en-US" sz="3600">
              <a:solidFill>
                <a:schemeClr val="tx1"/>
              </a:solidFill>
            </a:endParaRPr>
          </a:p>
        </p:txBody>
      </p:sp>
      <p:sp>
        <p:nvSpPr>
          <p:cNvPr id="10" name="下矢印 9">
            <a:extLst>
              <a:ext uri="{FF2B5EF4-FFF2-40B4-BE49-F238E27FC236}">
                <a16:creationId xmlns:a16="http://schemas.microsoft.com/office/drawing/2014/main" id="{BFF468F5-3CC6-EBC6-D065-3EEEA113E5CD}"/>
              </a:ext>
            </a:extLst>
          </p:cNvPr>
          <p:cNvSpPr/>
          <p:nvPr/>
        </p:nvSpPr>
        <p:spPr>
          <a:xfrm>
            <a:off x="2256434" y="2228094"/>
            <a:ext cx="1067946" cy="97840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AD28F7A-DEFA-DC4F-BCFB-6A526813A92A}"/>
              </a:ext>
            </a:extLst>
          </p:cNvPr>
          <p:cNvSpPr txBox="1"/>
          <p:nvPr/>
        </p:nvSpPr>
        <p:spPr>
          <a:xfrm>
            <a:off x="3477491" y="2455688"/>
            <a:ext cx="2937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BPM</a:t>
            </a:r>
            <a:r>
              <a:rPr lang="ja-JP" altLang="en-US" sz="2800"/>
              <a:t>情報</a:t>
            </a:r>
            <a:r>
              <a:rPr lang="en-US" altLang="ja-JP" sz="2800" dirty="0"/>
              <a:t>(UDP)</a:t>
            </a:r>
            <a:endParaRPr kumimoji="1" lang="ja-JP" altLang="en-US" sz="2800"/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5A693E86-CAF4-1E76-DDEB-F4DDA228C82A}"/>
              </a:ext>
            </a:extLst>
          </p:cNvPr>
          <p:cNvGrpSpPr/>
          <p:nvPr/>
        </p:nvGrpSpPr>
        <p:grpSpPr>
          <a:xfrm>
            <a:off x="6995020" y="376982"/>
            <a:ext cx="4047051" cy="5659039"/>
            <a:chOff x="6759493" y="741763"/>
            <a:chExt cx="4047051" cy="5659039"/>
          </a:xfrm>
        </p:grpSpPr>
        <p:sp>
          <p:nvSpPr>
            <p:cNvPr id="14" name="角丸四角形吹き出し 13">
              <a:extLst>
                <a:ext uri="{FF2B5EF4-FFF2-40B4-BE49-F238E27FC236}">
                  <a16:creationId xmlns:a16="http://schemas.microsoft.com/office/drawing/2014/main" id="{0178CB1B-C318-F079-49A3-F6060EF6CD5D}"/>
                </a:ext>
              </a:extLst>
            </p:cNvPr>
            <p:cNvSpPr/>
            <p:nvPr/>
          </p:nvSpPr>
          <p:spPr>
            <a:xfrm rot="5400000">
              <a:off x="5953499" y="1547757"/>
              <a:ext cx="5659039" cy="4047051"/>
            </a:xfrm>
            <a:prstGeom prst="wedgeRoundRectCallout">
              <a:avLst>
                <a:gd name="adj1" fmla="val -43112"/>
                <a:gd name="adj2" fmla="val 86806"/>
                <a:gd name="adj3" fmla="val 16667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098662EC-2680-4585-179B-57605F7B7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54926" y="3902438"/>
              <a:ext cx="1587500" cy="1587500"/>
            </a:xfrm>
            <a:prstGeom prst="rect">
              <a:avLst/>
            </a:prstGeom>
          </p:spPr>
        </p:pic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A34BB576-5C68-4B9D-F96E-1FCE7B23F1C0}"/>
                </a:ext>
              </a:extLst>
            </p:cNvPr>
            <p:cNvSpPr txBox="1"/>
            <p:nvPr/>
          </p:nvSpPr>
          <p:spPr>
            <a:xfrm>
              <a:off x="7489929" y="5453926"/>
              <a:ext cx="25458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800"/>
                <a:t>通信用</a:t>
              </a:r>
              <a:r>
                <a:rPr kumimoji="1" lang="en-US" altLang="ja-JP" sz="2800" dirty="0"/>
                <a:t>Arduino</a:t>
              </a:r>
              <a:endParaRPr kumimoji="1" lang="ja-JP" altLang="en-US" sz="2800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DB32A436-227D-06CC-B925-2332C9F70254}"/>
                </a:ext>
              </a:extLst>
            </p:cNvPr>
            <p:cNvSpPr/>
            <p:nvPr/>
          </p:nvSpPr>
          <p:spPr>
            <a:xfrm rot="2256980">
              <a:off x="7655144" y="1915085"/>
              <a:ext cx="2766208" cy="2592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9794A544-11DD-7A35-895D-4C803F0AC8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9101" y="1485470"/>
              <a:ext cx="538603" cy="599912"/>
            </a:xfrm>
            <a:prstGeom prst="straightConnector1">
              <a:avLst/>
            </a:prstGeom>
            <a:ln w="47625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002E5AE5-3F6E-5FF4-B74A-F67D878ACE86}"/>
                </a:ext>
              </a:extLst>
            </p:cNvPr>
            <p:cNvSpPr txBox="1"/>
            <p:nvPr/>
          </p:nvSpPr>
          <p:spPr>
            <a:xfrm>
              <a:off x="7489929" y="2178917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/>
                <a:t>上下に振る</a:t>
              </a:r>
              <a:endParaRPr kumimoji="1" lang="ja-JP" altLang="en-US"/>
            </a:p>
          </p:txBody>
        </p:sp>
        <p:sp>
          <p:nvSpPr>
            <p:cNvPr id="30" name="下矢印 29">
              <a:extLst>
                <a:ext uri="{FF2B5EF4-FFF2-40B4-BE49-F238E27FC236}">
                  <a16:creationId xmlns:a16="http://schemas.microsoft.com/office/drawing/2014/main" id="{F91437CD-B4D1-3201-5DBD-C0F773E96C0B}"/>
                </a:ext>
              </a:extLst>
            </p:cNvPr>
            <p:cNvSpPr/>
            <p:nvPr/>
          </p:nvSpPr>
          <p:spPr>
            <a:xfrm>
              <a:off x="8370752" y="3226459"/>
              <a:ext cx="784244" cy="709321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CE5B39E2-D3D1-D539-54EA-63BD9A76F89C}"/>
                </a:ext>
              </a:extLst>
            </p:cNvPr>
            <p:cNvSpPr txBox="1"/>
            <p:nvPr/>
          </p:nvSpPr>
          <p:spPr>
            <a:xfrm>
              <a:off x="9334438" y="3386616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/>
                <a:t>検知</a:t>
              </a:r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96412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1">
            <a:extLst>
              <a:ext uri="{FF2B5EF4-FFF2-40B4-BE49-F238E27FC236}">
                <a16:creationId xmlns:a16="http://schemas.microsoft.com/office/drawing/2014/main" id="{D7749E7C-779B-9271-C33C-8446D5823FC6}"/>
              </a:ext>
            </a:extLst>
          </p:cNvPr>
          <p:cNvSpPr/>
          <p:nvPr/>
        </p:nvSpPr>
        <p:spPr>
          <a:xfrm>
            <a:off x="967252" y="363587"/>
            <a:ext cx="3646311" cy="16707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>
                <a:solidFill>
                  <a:schemeClr val="tx1"/>
                </a:solidFill>
              </a:rPr>
              <a:t>指揮デバイス</a:t>
            </a:r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151F3EC0-B3AF-C198-281D-9E07D8185F70}"/>
              </a:ext>
            </a:extLst>
          </p:cNvPr>
          <p:cNvSpPr/>
          <p:nvPr/>
        </p:nvSpPr>
        <p:spPr>
          <a:xfrm>
            <a:off x="967252" y="3941610"/>
            <a:ext cx="3646311" cy="16707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>
                <a:solidFill>
                  <a:schemeClr val="tx1"/>
                </a:solidFill>
              </a:rPr>
              <a:t>ドラム</a:t>
            </a:r>
            <a:r>
              <a:rPr lang="en-US" altLang="ja-JP" sz="3600" dirty="0">
                <a:solidFill>
                  <a:schemeClr val="tx1"/>
                </a:solidFill>
              </a:rPr>
              <a:t>(</a:t>
            </a:r>
            <a:r>
              <a:rPr lang="en-US" altLang="ja-JP" sz="3600" dirty="0" err="1">
                <a:solidFill>
                  <a:schemeClr val="tx1"/>
                </a:solidFill>
              </a:rPr>
              <a:t>Aruduino</a:t>
            </a:r>
            <a:r>
              <a:rPr lang="en-US" altLang="ja-JP" sz="3600" dirty="0">
                <a:solidFill>
                  <a:schemeClr val="tx1"/>
                </a:solidFill>
              </a:rPr>
              <a:t>)</a:t>
            </a:r>
            <a:endParaRPr kumimoji="1" lang="ja-JP" altLang="en-US" sz="3600">
              <a:solidFill>
                <a:schemeClr val="tx1"/>
              </a:solidFill>
            </a:endParaRPr>
          </a:p>
        </p:txBody>
      </p:sp>
      <p:sp>
        <p:nvSpPr>
          <p:cNvPr id="4" name="下矢印 3">
            <a:extLst>
              <a:ext uri="{FF2B5EF4-FFF2-40B4-BE49-F238E27FC236}">
                <a16:creationId xmlns:a16="http://schemas.microsoft.com/office/drawing/2014/main" id="{A0CCA842-B769-47C0-13FF-4CCE245AE645}"/>
              </a:ext>
            </a:extLst>
          </p:cNvPr>
          <p:cNvSpPr/>
          <p:nvPr/>
        </p:nvSpPr>
        <p:spPr>
          <a:xfrm>
            <a:off x="2381125" y="2578338"/>
            <a:ext cx="1067946" cy="97840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吹き出し 5">
            <a:extLst>
              <a:ext uri="{FF2B5EF4-FFF2-40B4-BE49-F238E27FC236}">
                <a16:creationId xmlns:a16="http://schemas.microsoft.com/office/drawing/2014/main" id="{849239D4-5E88-D87F-9F44-032772FA19D9}"/>
              </a:ext>
            </a:extLst>
          </p:cNvPr>
          <p:cNvSpPr/>
          <p:nvPr/>
        </p:nvSpPr>
        <p:spPr>
          <a:xfrm rot="5400000">
            <a:off x="6189026" y="1182976"/>
            <a:ext cx="5659039" cy="4047051"/>
          </a:xfrm>
          <a:prstGeom prst="wedgeRoundRectCallout">
            <a:avLst>
              <a:gd name="adj1" fmla="val -43112"/>
              <a:gd name="adj2" fmla="val 86806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C5CC407-2667-5BF7-3F86-B2F4DB0CF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453" y="3537657"/>
            <a:ext cx="1587500" cy="15875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A8876B3-BDD1-2258-17F1-522FC92E07C9}"/>
              </a:ext>
            </a:extLst>
          </p:cNvPr>
          <p:cNvSpPr txBox="1"/>
          <p:nvPr/>
        </p:nvSpPr>
        <p:spPr>
          <a:xfrm>
            <a:off x="7725456" y="5089145"/>
            <a:ext cx="25458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通信用</a:t>
            </a:r>
            <a:r>
              <a:rPr kumimoji="1" lang="en-US" altLang="ja-JP" sz="2800" dirty="0"/>
              <a:t>Arduino</a:t>
            </a:r>
            <a:endParaRPr kumimoji="1" lang="ja-JP" altLang="en-US" sz="2800"/>
          </a:p>
        </p:txBody>
      </p:sp>
      <p:sp>
        <p:nvSpPr>
          <p:cNvPr id="12" name="下矢印 11">
            <a:extLst>
              <a:ext uri="{FF2B5EF4-FFF2-40B4-BE49-F238E27FC236}">
                <a16:creationId xmlns:a16="http://schemas.microsoft.com/office/drawing/2014/main" id="{F0803197-B981-588D-CBC3-D010ECEA7FC7}"/>
              </a:ext>
            </a:extLst>
          </p:cNvPr>
          <p:cNvSpPr/>
          <p:nvPr/>
        </p:nvSpPr>
        <p:spPr>
          <a:xfrm>
            <a:off x="8606279" y="2861678"/>
            <a:ext cx="784244" cy="709321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51084DB-7DD5-7CCA-1AB3-3E256BC79254}"/>
              </a:ext>
            </a:extLst>
          </p:cNvPr>
          <p:cNvSpPr txBox="1"/>
          <p:nvPr/>
        </p:nvSpPr>
        <p:spPr>
          <a:xfrm>
            <a:off x="9431467" y="302183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値</a:t>
            </a:r>
            <a:r>
              <a:rPr lang="ja-JP" altLang="en-US"/>
              <a:t>を</a:t>
            </a:r>
            <a:r>
              <a:rPr kumimoji="1" lang="ja-JP" altLang="en-US"/>
              <a:t>読み取り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AAA5586-5BDC-BBC6-3969-BD9FB5913911}"/>
              </a:ext>
            </a:extLst>
          </p:cNvPr>
          <p:cNvSpPr txBox="1"/>
          <p:nvPr/>
        </p:nvSpPr>
        <p:spPr>
          <a:xfrm>
            <a:off x="3591748" y="2805932"/>
            <a:ext cx="2937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/>
              <a:t>音量情報</a:t>
            </a:r>
            <a:r>
              <a:rPr lang="en-US" altLang="ja-JP" sz="2800" dirty="0"/>
              <a:t>(UDP)</a:t>
            </a:r>
            <a:endParaRPr kumimoji="1" lang="ja-JP" altLang="en-US" sz="280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555E20A7-118D-E1AD-AB45-70EECF0FB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545" y="855025"/>
            <a:ext cx="1328631" cy="1563095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8E4951D-E126-B681-C96E-C4E6E3A3B999}"/>
              </a:ext>
            </a:extLst>
          </p:cNvPr>
          <p:cNvSpPr txBox="1"/>
          <p:nvPr/>
        </p:nvSpPr>
        <p:spPr>
          <a:xfrm>
            <a:off x="7042987" y="145869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つまみを操作</a:t>
            </a:r>
          </a:p>
        </p:txBody>
      </p:sp>
    </p:spTree>
    <p:extLst>
      <p:ext uri="{BB962C8B-B14F-4D97-AF65-F5344CB8AC3E}">
        <p14:creationId xmlns:p14="http://schemas.microsoft.com/office/powerpoint/2010/main" val="1734853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2167</TotalTime>
  <Words>36</Words>
  <Application>Microsoft Macintosh PowerPoint</Application>
  <PresentationFormat>ワイド画面</PresentationFormat>
  <Paragraphs>12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佐藤　涼菜</dc:creator>
  <cp:lastModifiedBy>佐藤　涼菜</cp:lastModifiedBy>
  <cp:revision>1</cp:revision>
  <dcterms:created xsi:type="dcterms:W3CDTF">2026-04-27T18:12:12Z</dcterms:created>
  <dcterms:modified xsi:type="dcterms:W3CDTF">2026-04-29T06:19:26Z</dcterms:modified>
</cp:coreProperties>
</file>